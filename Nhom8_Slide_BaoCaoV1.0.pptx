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d1d42f2084df4" /><Relationship Type="http://schemas.openxmlformats.org/officeDocument/2006/relationships/extended-properties" Target="/docProps/app.xml" Id="Rfb67a9e1817343d1" /><Relationship Type="http://schemas.openxmlformats.org/officeDocument/2006/relationships/officeDocument" Target="/ppt/presentation.xml" Id="R4990fa4bfd1f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2b1bf024984db0"/>
  </p:sldMasterIdLst>
  <p:notesMasterIdLst>
    <p:notesMasterId xmlns:r="http://schemas.openxmlformats.org/officeDocument/2006/relationships" r:id="Ra73a982dee06436f"/>
  </p:notesMasterIdLst>
  <p:sldIdLst>
    <p:sldId xmlns:r="http://schemas.openxmlformats.org/officeDocument/2006/relationships" id="256" r:id="R4efc508a3808432c"/>
    <p:sldId xmlns:r="http://schemas.openxmlformats.org/officeDocument/2006/relationships" id="257" r:id="R74fba824b8114429"/>
    <p:sldId xmlns:r="http://schemas.openxmlformats.org/officeDocument/2006/relationships" id="258" r:id="R89237f70f5f34d5a"/>
    <p:sldId xmlns:r="http://schemas.openxmlformats.org/officeDocument/2006/relationships" id="259" r:id="R506b1efb59114507"/>
    <p:sldId xmlns:r="http://schemas.openxmlformats.org/officeDocument/2006/relationships" id="260" r:id="Re9aa7764851e472c"/>
    <p:sldId xmlns:r="http://schemas.openxmlformats.org/officeDocument/2006/relationships" id="261" r:id="R330d322163414413"/>
    <p:sldId xmlns:r="http://schemas.openxmlformats.org/officeDocument/2006/relationships" id="262" r:id="R77f2ca0167d84ff6"/>
    <p:sldId xmlns:r="http://schemas.openxmlformats.org/officeDocument/2006/relationships" id="263" r:id="Ra854f3c896d84051"/>
    <p:sldId xmlns:r="http://schemas.openxmlformats.org/officeDocument/2006/relationships" id="264" r:id="R3cefb66add5c4237"/>
    <p:sldId xmlns:r="http://schemas.openxmlformats.org/officeDocument/2006/relationships" id="265" r:id="R56a5bfc2b8374ebf"/>
    <p:sldId xmlns:r="http://schemas.openxmlformats.org/officeDocument/2006/relationships" id="266" r:id="R6c497f4162194294"/>
    <p:sldId xmlns:r="http://schemas.openxmlformats.org/officeDocument/2006/relationships" id="267" r:id="R1b1e4eea220447f8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ad2d3ced84534" /><Relationship Type="http://schemas.openxmlformats.org/officeDocument/2006/relationships/slideMaster" Target="/ppt/slideMasters/slideMaster1.xml" Id="R2a2b1bf024984db0" /><Relationship Type="http://schemas.openxmlformats.org/officeDocument/2006/relationships/notesMaster" Target="/ppt/notesMasters/notesMaster1.xml" Id="Ra73a982dee06436f" /><Relationship Type="http://schemas.openxmlformats.org/officeDocument/2006/relationships/presProps" Target="/ppt/presProps.xml" Id="R6e739eff17194d3c" /><Relationship Type="http://schemas.openxmlformats.org/officeDocument/2006/relationships/viewProps" Target="/ppt/viewProps.xml" Id="Rb5a1952031d7466c" /><Relationship Type="http://schemas.openxmlformats.org/officeDocument/2006/relationships/tableStyles" Target="/ppt/tableStyles.xml" Id="Re5cb5135d8134f79" /><Relationship Type="http://schemas.openxmlformats.org/officeDocument/2006/relationships/slide" Target="/ppt/slides/slide1.xml" Id="R4efc508a3808432c" /><Relationship Type="http://schemas.openxmlformats.org/officeDocument/2006/relationships/slide" Target="/ppt/slides/slide2.xml" Id="R74fba824b8114429" /><Relationship Type="http://schemas.openxmlformats.org/officeDocument/2006/relationships/slide" Target="/ppt/slides/slide3.xml" Id="R89237f70f5f34d5a" /><Relationship Type="http://schemas.openxmlformats.org/officeDocument/2006/relationships/slide" Target="/ppt/slides/slide4.xml" Id="R506b1efb59114507" /><Relationship Type="http://schemas.openxmlformats.org/officeDocument/2006/relationships/slide" Target="/ppt/slides/slide5.xml" Id="Re9aa7764851e472c" /><Relationship Type="http://schemas.openxmlformats.org/officeDocument/2006/relationships/slide" Target="/ppt/slides/slide6.xml" Id="R330d322163414413" /><Relationship Type="http://schemas.openxmlformats.org/officeDocument/2006/relationships/slide" Target="/ppt/slides/slide7.xml" Id="R77f2ca0167d84ff6" /><Relationship Type="http://schemas.openxmlformats.org/officeDocument/2006/relationships/slide" Target="/ppt/slides/slide8.xml" Id="Ra854f3c896d84051" /><Relationship Type="http://schemas.openxmlformats.org/officeDocument/2006/relationships/slide" Target="/ppt/slides/slide9.xml" Id="R3cefb66add5c4237" /><Relationship Type="http://schemas.openxmlformats.org/officeDocument/2006/relationships/slide" Target="/ppt/slides/slide10.xml" Id="R56a5bfc2b8374ebf" /><Relationship Type="http://schemas.openxmlformats.org/officeDocument/2006/relationships/slide" Target="/ppt/slides/slide11.xml" Id="R6c497f4162194294" /><Relationship Type="http://schemas.openxmlformats.org/officeDocument/2006/relationships/slide" Target="/ppt/slides/slide12.xml" Id="R1b1e4eea220447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91060acc6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ee6255785e4628" /><Relationship Type="http://schemas.openxmlformats.org/officeDocument/2006/relationships/notesMaster" Target="/ppt/notesMasters/notesMaster1.xml" Id="R715868d8888c47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ae25be2c44297" /><Relationship Type="http://schemas.openxmlformats.org/officeDocument/2006/relationships/notesMaster" Target="/ppt/notesMasters/notesMaster1.xml" Id="Rbe358039c9dd44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2205e8032b485f" /><Relationship Type="http://schemas.openxmlformats.org/officeDocument/2006/relationships/notesMaster" Target="/ppt/notesMasters/notesMaster1.xml" Id="R9e0db5daf7bd49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f5be2698404a7c" /><Relationship Type="http://schemas.openxmlformats.org/officeDocument/2006/relationships/notesMaster" Target="/ppt/notesMasters/notesMaster1.xml" Id="R798a163a5b08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2acd9887a4438c" /><Relationship Type="http://schemas.openxmlformats.org/officeDocument/2006/relationships/notesMaster" Target="/ppt/notesMasters/notesMaster1.xml" Id="R70e9f2bd61a8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be4f40fd7a4e59" /><Relationship Type="http://schemas.openxmlformats.org/officeDocument/2006/relationships/notesMaster" Target="/ppt/notesMasters/notesMaster1.xml" Id="Rbba4b2608514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4db4668db43d9" /><Relationship Type="http://schemas.openxmlformats.org/officeDocument/2006/relationships/notesMaster" Target="/ppt/notesMasters/notesMaster1.xml" Id="R13895d65e56c43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4bc4c938143db" /><Relationship Type="http://schemas.openxmlformats.org/officeDocument/2006/relationships/notesMaster" Target="/ppt/notesMasters/notesMaster1.xml" Id="Rca0e6b96bd0240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9cfd2bc7064edd" /><Relationship Type="http://schemas.openxmlformats.org/officeDocument/2006/relationships/notesMaster" Target="/ppt/notesMasters/notesMaster1.xml" Id="Re374311853ab4c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fa7cf76e4547bd" /><Relationship Type="http://schemas.openxmlformats.org/officeDocument/2006/relationships/notesMaster" Target="/ppt/notesMasters/notesMaster1.xml" Id="R7ae688bce98048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27c875025f4e72" /><Relationship Type="http://schemas.openxmlformats.org/officeDocument/2006/relationships/notesMaster" Target="/ppt/notesMasters/notesMaster1.xml" Id="R45da4bae8b224d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8d9994e2a24de0" /><Relationship Type="http://schemas.openxmlformats.org/officeDocument/2006/relationships/notesMaster" Target="/ppt/notesMasters/notesMaster1.xml" Id="R34e5bb990fbf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Minh họa mở bài: hình ảnh được tạo riêng cho bài thuyết trình; không chứa logo hoặc dữ liệu bên ngoài.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Minh họa kết bài: hình ảnh được tạo riêng cho bài thuyết trình; không chứa logo hoặc dữ liệu bên ngoài.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1d514806946d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cf1f92149e4afe" /><Relationship Type="http://schemas.openxmlformats.org/officeDocument/2006/relationships/slideLayout" Target="/ppt/slideLayouts/slideLayout1.xml" Id="R6dbc5dbd65844df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bc5dbd65844df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93983046b486c" /><Relationship Type="http://schemas.openxmlformats.org/officeDocument/2006/relationships/image" Target="/ppt/media/image.png" Id="Rcd80e7e97118466d" /><Relationship Type="http://schemas.openxmlformats.org/officeDocument/2006/relationships/image" Target="/ppt/media/image2.png" Id="Rd378a3bd83114499" /><Relationship Type="http://schemas.openxmlformats.org/officeDocument/2006/relationships/notesSlide" Target="/ppt/notesSlides/notesSlide1.xml" Id="R9f3b391ec6f042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d0fc0d97945f8" /><Relationship Type="http://schemas.openxmlformats.org/officeDocument/2006/relationships/image" Target="/ppt/media/image3.png" Id="R0a7153c6a47b43b7" /><Relationship Type="http://schemas.openxmlformats.org/officeDocument/2006/relationships/notesSlide" Target="/ppt/notesSlides/notesSlide2.xml" Id="R0b5e27c214e8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259252d124e34" /><Relationship Type="http://schemas.openxmlformats.org/officeDocument/2006/relationships/image" Target="/ppt/media/image4.png" Id="Ra8d442b629064d22" /><Relationship Type="http://schemas.openxmlformats.org/officeDocument/2006/relationships/notesSlide" Target="/ppt/notesSlides/notesSlide3.xml" Id="Rcb516d415e7d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0a7a0dd6441f7" /><Relationship Type="http://schemas.openxmlformats.org/officeDocument/2006/relationships/image" Target="/ppt/media/image5.png" Id="Rca01dda009ab4773" /><Relationship Type="http://schemas.openxmlformats.org/officeDocument/2006/relationships/notesSlide" Target="/ppt/notesSlides/notesSlide4.xml" Id="R9ef23a6c425b47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a79ca15b648d3" /><Relationship Type="http://schemas.openxmlformats.org/officeDocument/2006/relationships/image" Target="/ppt/media/image6.png" Id="R738e9400e6a34338" /><Relationship Type="http://schemas.openxmlformats.org/officeDocument/2006/relationships/notesSlide" Target="/ppt/notesSlides/notesSlide5.xml" Id="R451c34072ecd44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8ea82ce4a4f9e" /><Relationship Type="http://schemas.openxmlformats.org/officeDocument/2006/relationships/image" Target="/ppt/media/image5.png" Id="R413971b9c42d4b4a" /><Relationship Type="http://schemas.openxmlformats.org/officeDocument/2006/relationships/notesSlide" Target="/ppt/notesSlides/notesSlide6.xml" Id="Re7d0f71852f740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c416ce1b348e4" /><Relationship Type="http://schemas.openxmlformats.org/officeDocument/2006/relationships/image" Target="/ppt/media/image7.png" Id="R7b14d739c44f465c" /><Relationship Type="http://schemas.openxmlformats.org/officeDocument/2006/relationships/notesSlide" Target="/ppt/notesSlides/notesSlide7.xml" Id="R2424634a0cf241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e0d7aa5474fa7" /><Relationship Type="http://schemas.openxmlformats.org/officeDocument/2006/relationships/image" Target="/ppt/media/image8.png" Id="Re078fab4ee8f4fb9" /><Relationship Type="http://schemas.openxmlformats.org/officeDocument/2006/relationships/notesSlide" Target="/ppt/notesSlides/notesSlide8.xml" Id="R89155b2615a040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2e5641604bed" /><Relationship Type="http://schemas.openxmlformats.org/officeDocument/2006/relationships/image" Target="/ppt/media/image7.png" Id="R011d043420364217" /><Relationship Type="http://schemas.openxmlformats.org/officeDocument/2006/relationships/notesSlide" Target="/ppt/notesSlides/notesSlide9.xml" Id="R256903ba9a764f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99d7f00ae47ec" /><Relationship Type="http://schemas.openxmlformats.org/officeDocument/2006/relationships/image" Target="/ppt/media/image9.png" Id="R18ada163df0a481c" /><Relationship Type="http://schemas.openxmlformats.org/officeDocument/2006/relationships/notesSlide" Target="/ppt/notesSlides/notesSlide10.xml" Id="R7dc9710ccfb24d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5f46accf4e09" /><Relationship Type="http://schemas.openxmlformats.org/officeDocument/2006/relationships/image" Target="/ppt/media/image5.png" Id="Rb44690160788453f" /><Relationship Type="http://schemas.openxmlformats.org/officeDocument/2006/relationships/notesSlide" Target="/ppt/notesSlides/notesSlide11.xml" Id="R92b4dcb6455a42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3d58a87344468" /><Relationship Type="http://schemas.openxmlformats.org/officeDocument/2006/relationships/image" Target="/ppt/media/image10.png" Id="R78a8bd2ac8214adb" /><Relationship Type="http://schemas.openxmlformats.org/officeDocument/2006/relationships/image" Target="/ppt/media/image11.png" Id="Rf0a7ffe2447e4402" /><Relationship Type="http://schemas.openxmlformats.org/officeDocument/2006/relationships/notesSlide" Target="/ppt/notesSlides/notesSlide12.xml" Id="R57a6a1dea3814f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5CC11C-9F3C-4801-A5B8-1EB217E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36D439-0E73-4392-A9D1-DB40D6A1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AED8D72-39BA-4813-BE9A-5896B83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3574399-47D7-4DFE-841F-7CBC1D18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0B0B65-BEFE-46BF-AB1D-A9112230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9B0CB3-CED4-4F71-861B-6C19ED7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CF4061-FF40-4D30-B3FD-B37E7C1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2FE29CB-8F82-4B55-9C8F-2C0AAFB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6A871F3-1071-4194-AC88-30282AF4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ABC1E6C-3523-4EA2-8D16-8C18AD1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84FD975-929D-4B83-9938-9B7F9A1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A1E588-873C-49E4-A7B4-C071921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1C43D6-2330-42E7-B7B5-7400A7FA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8A0900-F5E1-4D59-A602-AB1E033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75A24BE-7317-4DD6-81AF-C3D9A22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BE8A7C2-3867-4E64-B9BA-2969AABE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A8BF9B7-B58D-4A1E-B783-E2C5DE9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B79444E-2FEF-457A-B9A8-5DB6F90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A54038-D365-4073-9E33-FE7D4FC1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6349F5B-B8DE-4F73-AD5D-4EE4A51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C6384A8-3645-4409-97CD-214A1F5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67814AE-C778-44B3-874E-734AA82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A007EB5-A087-4079-8D0A-CC1711AE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CF1187D-22E6-476B-8232-8986050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2207862-5C10-4EC6-ACDA-5F590A00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8462D05-CCAD-4D78-A04E-CD858C1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3202425-D841-46E9-B743-2A5CD54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C480BB1-7A5A-4EA9-9FFA-AF398F1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BD954FB-597A-47E3-9084-321EF22D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EBDB9D8-6335-4462-885E-260CB94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098F66B-8E04-4B20-91D8-694E3F9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B266D2B-4EA7-4140-85DD-4E5DDBF4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5575F64-6AFF-42B2-8BCA-F255C6E3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3D82C0E-E6F8-4BBE-8DD1-D59A3A4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3BBAEA0-C484-4F3B-8586-B35BC61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4998151-1E82-4B41-92E2-359CDEB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F18467F-5A25-42FF-BAD4-22293F1A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0C3FB8E-36B3-4877-908E-E248DEF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1BE9BD3-9958-4803-9DCC-1F21F76C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7A7F0A8-5AB7-4F59-B55D-3AA4050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76F6BA3-9A04-4715-B065-EDD40C5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ED2EFED-A076-45F8-9EEA-A0E7F94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EFAFA65-725E-44A6-BAAA-0A23F747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8C50E4F-F5CE-4418-83BC-758110F9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0DB5F52-9B78-4BD4-8279-E5199A3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C251EE7-B0CA-4D19-BA4D-4CBCFCED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7307CBA-4C5A-4599-8903-AF15BEA2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953831D1-ADEE-4D37-8904-386C063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0AF42F2-2DC5-4514-AAF3-C433C4DA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B28F3F4-F236-4F2C-A089-18E8CD3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FFEA110-EC4E-458B-99D9-B3538DC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D311505-5119-4998-A9F8-67EE39C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6B9823A-FA75-46F5-8859-0C42C1D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FA847331-BE75-472F-9F64-51484B74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8DEBE1CA-A31B-4C3D-BBD6-73DFF0D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D4D1E4F3-D27D-4EC2-8CBB-BB8CA0F3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91800C89-5ACE-43F3-A5E1-D00B136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8F8336FF-426C-4552-B77C-AC482F2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2100"/>
          </a:p>
        </p:txBody>
      </p:sp>
      <p:pic>
        <p:nvPicPr>
          <p:cNvPr id="1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0e7e97118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4048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D89536DE-EE89-4482-B153-B080F06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727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HỆ THỐNG QUẢN TRỊ QUY TRÌNH NGHIỆP VỤ</a:t>
            </a:r>
            <a:endParaRPr sz="3000"/>
          </a:p>
        </p:txBody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EEE0C576-477A-4AC5-A906-33F82448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Đề tài:</a:t>
            </a:r>
            <a:endParaRPr sz="1500"/>
          </a:p>
        </p:txBody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2E09BB53-ECA0-4944-8046-5064EA32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96312"/>
            <a:ext cx="6675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Phân tích và cải tiến quy trình nghiệp vụ tại FPT Shop</a:t>
            </a:r>
            <a:endParaRPr sz="1700"/>
          </a:p>
        </p:txBody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D5357761-6E17-4C2D-B2D0-FF513C5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45536"/>
            <a:ext cx="106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Môn học: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2ED13856-5A71-4C01-B492-D7E56245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5536"/>
            <a:ext cx="495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Hệ thống quản trị quy trình nghiệp vụ</a:t>
            </a:r>
            <a:endParaRPr sz="140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64143891-2621-465C-B0D0-9B423B2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1880"/>
            <a:ext cx="13811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Giảng viên:</a:t>
            </a:r>
            <a:endParaRPr sz="1400"/>
          </a:p>
        </p:txBody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E6515D3F-22B4-4CF6-87ED-05C5E78E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1188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................................................</a:t>
            </a:r>
            <a:endParaRPr sz="1300"/>
          </a:p>
        </p:txBody>
      </p:sp>
      <p:sp>
        <p:nvSpPr>
          <p:cNvPr id="69" name="Shape 65">
            <a:extLst xmlns:a="http://schemas.openxmlformats.org/drawingml/2006/main">
              <a:ext uri="{FF2B5EF4-FFF2-40B4-BE49-F238E27FC236}">
                <a16:creationId xmlns:a16="http://schemas.microsoft.com/office/drawing/2014/main" id="{E4D5CDA3-37B9-4E99-8AD6-F48D7DCF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0698480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A9F5"/>
            </a:solidFill>
            <a:prstDash val="solid"/>
          </a:ln>
        </p:spPr>
      </p:sp>
      <p:sp>
        <p:nvSpPr>
          <p:cNvPr id="70" name="Shape 66">
            <a:extLst xmlns:a="http://schemas.openxmlformats.org/drawingml/2006/main">
              <a:ext uri="{FF2B5EF4-FFF2-40B4-BE49-F238E27FC236}">
                <a16:creationId xmlns:a16="http://schemas.microsoft.com/office/drawing/2014/main" id="{247E44C5-2946-4617-AC35-08144D0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33088"/>
            <a:ext cx="297180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1" name="Text 67">
            <a:extLst xmlns:a="http://schemas.openxmlformats.org/drawingml/2006/main">
              <a:ext uri="{FF2B5EF4-FFF2-40B4-BE49-F238E27FC236}">
                <a16:creationId xmlns:a16="http://schemas.microsoft.com/office/drawing/2014/main" id="{955EB119-3F4B-4BA4-8100-95337E47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2468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DANH SÁCH SINH VIÊN</a:t>
            </a:r>
            <a:endParaRPr sz="1300"/>
          </a:p>
        </p:txBody>
      </p:sp>
      <p:sp>
        <p:nvSpPr>
          <p:cNvPr id="72" name="Text 68">
            <a:extLst xmlns:a="http://schemas.openxmlformats.org/drawingml/2006/main">
              <a:ext uri="{FF2B5EF4-FFF2-40B4-BE49-F238E27FC236}">
                <a16:creationId xmlns:a16="http://schemas.microsoft.com/office/drawing/2014/main" id="{876DA200-6282-45EF-A10E-5E44FA27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73" name="Text 69">
            <a:extLst xmlns:a="http://schemas.openxmlformats.org/drawingml/2006/main">
              <a:ext uri="{FF2B5EF4-FFF2-40B4-BE49-F238E27FC236}">
                <a16:creationId xmlns:a16="http://schemas.microsoft.com/office/drawing/2014/main" id="{8CFEFFD1-A6F0-4135-BFFF-1ABB6843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Phạm Quang Phát</a:t>
            </a:r>
            <a:endParaRPr sz="1200"/>
          </a:p>
        </p:txBody>
      </p:sp>
      <p:sp>
        <p:nvSpPr>
          <p:cNvPr id="74" name="Text 70">
            <a:extLst xmlns:a="http://schemas.openxmlformats.org/drawingml/2006/main">
              <a:ext uri="{FF2B5EF4-FFF2-40B4-BE49-F238E27FC236}">
                <a16:creationId xmlns:a16="http://schemas.microsoft.com/office/drawing/2014/main" id="{38822B66-560B-4A13-9F96-EB00BF8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25410278</a:t>
            </a:r>
            <a:endParaRPr sz="1200"/>
          </a:p>
        </p:txBody>
      </p:sp>
      <p:sp>
        <p:nvSpPr>
          <p:cNvPr id="75" name="Text 71">
            <a:extLst xmlns:a="http://schemas.openxmlformats.org/drawingml/2006/main">
              <a:ext uri="{FF2B5EF4-FFF2-40B4-BE49-F238E27FC236}">
                <a16:creationId xmlns:a16="http://schemas.microsoft.com/office/drawing/2014/main" id="{D7B62FC6-9DE2-4402-87A7-EDF2C0C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76" name="Text 72">
            <a:extLst xmlns:a="http://schemas.openxmlformats.org/drawingml/2006/main">
              <a:ext uri="{FF2B5EF4-FFF2-40B4-BE49-F238E27FC236}">
                <a16:creationId xmlns:a16="http://schemas.microsoft.com/office/drawing/2014/main" id="{1A18F4A4-2D8B-40E3-9653-59DEC2EA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Nguyễn Hồ Phát</a:t>
            </a:r>
            <a:endParaRPr sz="1200"/>
          </a:p>
        </p:txBody>
      </p:sp>
      <p:sp>
        <p:nvSpPr>
          <p:cNvPr id="77" name="Text 73">
            <a:extLst xmlns:a="http://schemas.openxmlformats.org/drawingml/2006/main">
              <a:ext uri="{FF2B5EF4-FFF2-40B4-BE49-F238E27FC236}">
                <a16:creationId xmlns:a16="http://schemas.microsoft.com/office/drawing/2014/main" id="{D4716127-A0F1-4B0A-81CA-9DA69D9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25410277</a:t>
            </a:r>
            <a:endParaRPr sz="1200"/>
          </a:p>
        </p:txBody>
      </p:sp>
      <p:sp>
        <p:nvSpPr>
          <p:cNvPr id="78" name="Text 74">
            <a:extLst xmlns:a="http://schemas.openxmlformats.org/drawingml/2006/main">
              <a:ext uri="{FF2B5EF4-FFF2-40B4-BE49-F238E27FC236}">
                <a16:creationId xmlns:a16="http://schemas.microsoft.com/office/drawing/2014/main" id="{E881CF17-34D0-4B6F-BAC0-6F52CE5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79" name="Text 75">
            <a:extLst xmlns:a="http://schemas.openxmlformats.org/drawingml/2006/main">
              <a:ext uri="{FF2B5EF4-FFF2-40B4-BE49-F238E27FC236}">
                <a16:creationId xmlns:a16="http://schemas.microsoft.com/office/drawing/2014/main" id="{F631BA41-0B39-42B0-B302-EA547FB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Phùng Châu Phát</a:t>
            </a:r>
            <a:endParaRPr sz="1200"/>
          </a:p>
        </p:txBody>
      </p:sp>
      <p:sp>
        <p:nvSpPr>
          <p:cNvPr id="80" name="Text 76">
            <a:extLst xmlns:a="http://schemas.openxmlformats.org/drawingml/2006/main">
              <a:ext uri="{FF2B5EF4-FFF2-40B4-BE49-F238E27FC236}">
                <a16:creationId xmlns:a16="http://schemas.microsoft.com/office/drawing/2014/main" id="{DA3AC6E3-3ADA-490A-ACFC-24DA15B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25410279</a:t>
            </a:r>
            <a:endParaRPr sz="1200"/>
          </a:p>
        </p:txBody>
      </p:sp>
      <p:sp>
        <p:nvSpPr>
          <p:cNvPr id="81" name="Shape 77">
            <a:extLst xmlns:a="http://schemas.openxmlformats.org/drawingml/2006/main">
              <a:ext uri="{FF2B5EF4-FFF2-40B4-BE49-F238E27FC236}">
                <a16:creationId xmlns:a16="http://schemas.microsoft.com/office/drawing/2014/main" id="{7666A999-845D-4A1B-A367-525512D2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2" name="Text 78">
            <a:extLst xmlns:a="http://schemas.openxmlformats.org/drawingml/2006/main">
              <a:ext uri="{FF2B5EF4-FFF2-40B4-BE49-F238E27FC236}">
                <a16:creationId xmlns:a16="http://schemas.microsoft.com/office/drawing/2014/main" id="{071B392B-217F-4FD0-BD82-4EE4C28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83" name="Text 79">
            <a:extLst xmlns:a="http://schemas.openxmlformats.org/drawingml/2006/main">
              <a:ext uri="{FF2B5EF4-FFF2-40B4-BE49-F238E27FC236}">
                <a16:creationId xmlns:a16="http://schemas.microsoft.com/office/drawing/2014/main" id="{8ACBC5AA-CD5F-4F24-9CAB-1BF6977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Lê Dương Nhựt Minh</a:t>
            </a:r>
            <a:endParaRPr sz="1200"/>
          </a:p>
        </p:txBody>
      </p:sp>
      <p:sp>
        <p:nvSpPr>
          <p:cNvPr id="84" name="Text 80">
            <a:extLst xmlns:a="http://schemas.openxmlformats.org/drawingml/2006/main">
              <a:ext uri="{FF2B5EF4-FFF2-40B4-BE49-F238E27FC236}">
                <a16:creationId xmlns:a16="http://schemas.microsoft.com/office/drawing/2014/main" id="{38E7B4DE-A9BB-4090-ACBE-85E30A1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05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25410255</a:t>
            </a:r>
            <a:endParaRPr sz="1200"/>
          </a:p>
        </p:txBody>
      </p:sp>
      <p:sp>
        <p:nvSpPr>
          <p:cNvPr id="85" name="Text 81">
            <a:extLst xmlns:a="http://schemas.openxmlformats.org/drawingml/2006/main">
              <a:ext uri="{FF2B5EF4-FFF2-40B4-BE49-F238E27FC236}">
                <a16:creationId xmlns:a16="http://schemas.microsoft.com/office/drawing/2014/main" id="{A61B3FFF-C880-49BF-87E8-1A998C4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386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86" name="Text 82">
            <a:extLst xmlns:a="http://schemas.openxmlformats.org/drawingml/2006/main">
              <a:ext uri="{FF2B5EF4-FFF2-40B4-BE49-F238E27FC236}">
                <a16:creationId xmlns:a16="http://schemas.microsoft.com/office/drawing/2014/main" id="{81447B21-FB0C-4CF5-B923-C48FBA23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910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Lê Nguyễn Phương</a:t>
            </a:r>
            <a:endParaRPr sz="1200"/>
          </a:p>
        </p:txBody>
      </p:sp>
      <p:sp>
        <p:nvSpPr>
          <p:cNvPr id="87" name="Text 83">
            <a:extLst xmlns:a="http://schemas.openxmlformats.org/drawingml/2006/main">
              <a:ext uri="{FF2B5EF4-FFF2-40B4-BE49-F238E27FC236}">
                <a16:creationId xmlns:a16="http://schemas.microsoft.com/office/drawing/2014/main" id="{0EBDB2FF-4BB1-49DA-890A-E47B09FB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910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25410287</a:t>
            </a:r>
            <a:endParaRPr sz="1200"/>
          </a:p>
        </p:txBody>
      </p:sp>
      <p:sp>
        <p:nvSpPr>
          <p:cNvPr id="88" name="Text 84">
            <a:extLst xmlns:a="http://schemas.openxmlformats.org/drawingml/2006/main">
              <a:ext uri="{FF2B5EF4-FFF2-40B4-BE49-F238E27FC236}">
                <a16:creationId xmlns:a16="http://schemas.microsoft.com/office/drawing/2014/main" id="{9A394B37-583A-48A0-A88A-AD506146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43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89" name="Text 85">
            <a:extLst xmlns:a="http://schemas.openxmlformats.org/drawingml/2006/main">
              <a:ext uri="{FF2B5EF4-FFF2-40B4-BE49-F238E27FC236}">
                <a16:creationId xmlns:a16="http://schemas.microsoft.com/office/drawing/2014/main" id="{7908E1F2-AD58-48DC-8B8C-C4D833C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Phạm Xuân Thân</a:t>
            </a:r>
            <a:endParaRPr sz="1200"/>
          </a:p>
        </p:txBody>
      </p:sp>
      <p:sp>
        <p:nvSpPr>
          <p:cNvPr id="90" name="Text 86">
            <a:extLst xmlns:a="http://schemas.openxmlformats.org/drawingml/2006/main">
              <a:ext uri="{FF2B5EF4-FFF2-40B4-BE49-F238E27FC236}">
                <a16:creationId xmlns:a16="http://schemas.microsoft.com/office/drawing/2014/main" id="{62522FEE-533D-4516-9001-F58059A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95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25410303</a:t>
            </a:r>
            <a:endParaRPr sz="1200"/>
          </a:p>
        </p:txBody>
      </p:sp>
      <p:sp>
        <p:nvSpPr>
          <p:cNvPr id="92" name="Text 88">
            <a:extLst xmlns:a="http://schemas.openxmlformats.org/drawingml/2006/main">
              <a:ext uri="{FF2B5EF4-FFF2-40B4-BE49-F238E27FC236}">
                <a16:creationId xmlns:a16="http://schemas.microsoft.com/office/drawing/2014/main" id="{2AE1B891-6815-4D7F-8BF1-1E6D37FA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482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62B8D"/>
                </a:solidFill>
                <a:latin typeface="Arial"/>
                <a:ea typeface="Arial"/>
                <a:cs typeface="Arial"/>
              </a:rPr>
              <a:t>●</a:t>
            </a:r>
            <a:endParaRPr sz="1000"/>
          </a:p>
        </p:txBody>
      </p:sp>
      <p:sp>
        <p:nvSpPr>
          <p:cNvPr id="93" name="Text 89">
            <a:extLst xmlns:a="http://schemas.openxmlformats.org/drawingml/2006/main">
              <a:ext uri="{FF2B5EF4-FFF2-40B4-BE49-F238E27FC236}">
                <a16:creationId xmlns:a16="http://schemas.microsoft.com/office/drawing/2014/main" id="{BCA6F949-2586-4A8E-BD7D-B7115C30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006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Nguyễn Hữu Trí</a:t>
            </a:r>
            <a:endParaRPr sz="1200"/>
          </a:p>
        </p:txBody>
      </p:sp>
      <p:sp>
        <p:nvSpPr>
          <p:cNvPr id="94" name="Text 90">
            <a:extLst xmlns:a="http://schemas.openxmlformats.org/drawingml/2006/main">
              <a:ext uri="{FF2B5EF4-FFF2-40B4-BE49-F238E27FC236}">
                <a16:creationId xmlns:a16="http://schemas.microsoft.com/office/drawing/2014/main" id="{06153899-4F4D-43E9-A9F2-A754414F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00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111827"/>
                </a:solidFill>
                <a:latin typeface="Arial"/>
                <a:ea typeface="Arial"/>
                <a:cs typeface="Arial"/>
              </a:rPr>
              <a:t>25410320</a:t>
            </a:r>
            <a:endParaRPr sz="1200"/>
          </a:p>
        </p:txBody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8a3bd83114499"/>
          <a:stretch xmlns:a="http://schemas.openxmlformats.org/drawingml/2006/main"/>
        </p:blipFill>
        <p:spPr>
          <a:xfrm xmlns:a="http://schemas.openxmlformats.org/drawingml/2006/main">
            <a:off x="8382000" y="1984375"/>
            <a:ext cx="2047875" cy="136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72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3B4C9A-C7CF-4DCC-8B08-71147D2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9B40766-6014-496E-9A9A-7BFB6D66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542A48-BF66-4E66-B91B-1272F55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6020C7-4794-4834-93F8-7CCEDFC5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890874-C46D-4B80-A9AA-F42D0E84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3C9EE8-BCE5-4A30-A847-68AC7BC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480499A-B5CA-4ABB-8A88-680E4E32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9F33B73-D89A-41E5-9B95-0176DDC6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41E497-6EA0-46D7-ACE1-80123E86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CB04A97-E2B9-44AA-92B9-9446A47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1EAC845-34F9-4AE2-821F-26DB314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4892738-5C06-4200-98EE-DD87683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0626E7-5D1F-460E-BC4C-35376AFA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42691E0-DD93-432B-8723-4B44C6B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874480B-26A4-4239-918E-6B3820D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8BA6CC5-3086-4332-8556-FBE1740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807F45D-8655-4763-8C45-48312E31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54DBB3-5DF8-4991-8893-4674C4F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61461E6-9284-4058-ACB4-2827FF18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8377A9-6789-4947-AAE9-88A8A21E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CAFB3E5-FD78-4157-B3F5-291DB47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22EC5D8-D423-4EDE-9F4E-2383B074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0D14E7D-A1CC-4CB7-BE22-3F19302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C8F2AA8-1154-426C-838A-8640D2C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28AD4AE-D359-46AC-8691-FF235276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6C576BA-DA4C-4AFD-8F33-E66A40B8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D372882-47BF-4F5A-AB93-3092520C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EC52A70-3298-445C-9EF3-DC28E18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DDBE18-D978-4345-A066-932E10D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F00AC59-A807-42B3-AA26-8D7B010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DFAAE5A-C75D-4AD7-8305-2EDD53A4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33FB77C-3D8C-44D2-8FF7-84891FD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44765A9-999B-4C85-8410-BD5361BB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8CCD97E-C9F1-487F-8A86-D02728E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565FBBD-0CE3-44DE-B926-4329F1E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426C4C2-7FCB-4B20-9805-5182CF7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955D863-F57A-41C7-8534-150B0A8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EC178D3-00C4-4E75-98E1-C42DA48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4F1D288-28A6-40D8-8B9F-72B97E7A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DCBBC72-E662-4FE3-B0B2-5521130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C5A62E7-0238-475A-BFB3-5A99031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E306549-9F8E-4697-88FB-813AD7B0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E28B9EE6-DDE6-4113-BE99-3841BF1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4EAF715-353F-42DB-88F0-76BF5062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38B9C90-442A-49B5-8409-A77C4E49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102CB9B-770E-4A6E-9CCC-EA97F61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F0E49CA-22E2-4D42-81BA-15B5A319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F1B0BA1-9DA7-4033-B571-DB96992E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D12E10C-8E60-4490-9E68-822467A0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38DCEE3C-7DF8-48F9-BB9D-4C5A23B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B1AD2B5C-EDF3-481E-9ED7-8F1A65B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2CD60AFE-8D7B-40D6-8B89-37A764C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D838D4B8-E8DA-4C00-991C-B030E71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B9E518D5-28D5-47D2-A951-C11202F0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C8FA1AB-73F8-40E0-BDBA-CF271E5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C34F5D2-9D82-4C5B-B5F5-811DBC7A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7AB9F09-CB3F-4DFB-A7A4-4A3CB0E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0767108-7CF4-43C3-BF6A-72A4363D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2100"/>
          </a:p>
        </p:txBody>
      </p:sp>
      <p:pic>
        <p:nvPicPr>
          <p:cNvPr id="1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153c6a47b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A4F8AB44-A5AC-4F8D-B656-0577D02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MỤC LỤC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39CFDCBC-B821-4107-AF38-2D9AB73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31720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16B543A7-A2A8-4072-9D78-A3DB3C9D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423160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C55BD759-42CB-4374-AFB0-28F4AAE8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487168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C461C2E-EF7A-4AB7-9BCC-20B9588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478024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1. Doanh nghiệp &amp; phạm vi</a:t>
            </a:r>
            <a:endParaRPr sz="15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8D83AE85-69DB-4E7A-9FFA-8F7AF062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36392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E53CEA4E-352E-491A-AC80-A5AEDE2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227832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5EF54B67-8257-4206-BE98-51F10D10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291840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107D8101-BD05-4365-BC55-0815D0F8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282696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2. Kiến trúc 10 quy trình</a:t>
            </a:r>
            <a:endParaRPr sz="15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488E5FD6-7A4D-49EB-8080-556A426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41064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C23138DA-5429-4EB5-9AC8-84995B30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32504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4058B3A6-A3A8-4F97-A1F0-04E14A3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096512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4EA3AE85-6B41-4E23-8C97-0B73986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3. Quy trình hiện tại (AS-IS)</a:t>
            </a:r>
            <a:endParaRPr sz="15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966056DD-2B78-4D90-955D-5C89219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45736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0E1732A3-796C-4F6A-B1EC-790068E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37176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73C313A0-9753-4ACA-9A0F-D65DC06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01184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A2BF1332-CE46-4034-90C7-3D943E3D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92040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4. Phương pháp &amp; bằng chứng</a:t>
            </a:r>
            <a:endParaRPr sz="1500"/>
          </a:p>
        </p:txBody>
      </p:sp>
      <p:sp>
        <p:nvSpPr>
          <p:cNvPr id="78" name="Shape 75">
            <a:extLst xmlns:a="http://schemas.openxmlformats.org/drawingml/2006/main">
              <a:ext uri="{FF2B5EF4-FFF2-40B4-BE49-F238E27FC236}">
                <a16:creationId xmlns:a16="http://schemas.microsoft.com/office/drawing/2014/main" id="{06179184-A3ED-472A-884A-351FF46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331720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79" name="Shape 76">
            <a:extLst xmlns:a="http://schemas.openxmlformats.org/drawingml/2006/main">
              <a:ext uri="{FF2B5EF4-FFF2-40B4-BE49-F238E27FC236}">
                <a16:creationId xmlns:a16="http://schemas.microsoft.com/office/drawing/2014/main" id="{6EFB5218-F6AA-4CD2-9A89-A72E52D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23160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0" name="Text 77">
            <a:extLst xmlns:a="http://schemas.openxmlformats.org/drawingml/2006/main">
              <a:ext uri="{FF2B5EF4-FFF2-40B4-BE49-F238E27FC236}">
                <a16:creationId xmlns:a16="http://schemas.microsoft.com/office/drawing/2014/main" id="{BDA8B5A0-3F86-46C8-8778-CA619AC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487168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1400"/>
          </a:p>
        </p:txBody>
      </p:sp>
      <p:sp>
        <p:nvSpPr>
          <p:cNvPr id="81" name="Text 78">
            <a:extLst xmlns:a="http://schemas.openxmlformats.org/drawingml/2006/main">
              <a:ext uri="{FF2B5EF4-FFF2-40B4-BE49-F238E27FC236}">
                <a16:creationId xmlns:a16="http://schemas.microsoft.com/office/drawing/2014/main" id="{5CAF9899-4622-4B7B-A664-4703AFE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78024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5. Phân tích định tính</a:t>
            </a:r>
            <a:endParaRPr sz="1500"/>
          </a:p>
        </p:txBody>
      </p:sp>
      <p:sp>
        <p:nvSpPr>
          <p:cNvPr id="82" name="Shape 79">
            <a:extLst xmlns:a="http://schemas.openxmlformats.org/drawingml/2006/main">
              <a:ext uri="{FF2B5EF4-FFF2-40B4-BE49-F238E27FC236}">
                <a16:creationId xmlns:a16="http://schemas.microsoft.com/office/drawing/2014/main" id="{26F45039-8C4E-4FE0-8010-5C39C1E1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136392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3" name="Shape 80">
            <a:extLst xmlns:a="http://schemas.openxmlformats.org/drawingml/2006/main">
              <a:ext uri="{FF2B5EF4-FFF2-40B4-BE49-F238E27FC236}">
                <a16:creationId xmlns:a16="http://schemas.microsoft.com/office/drawing/2014/main" id="{140E1999-AD2E-4222-97A7-255B41B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27832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4" name="Text 81">
            <a:extLst xmlns:a="http://schemas.openxmlformats.org/drawingml/2006/main">
              <a:ext uri="{FF2B5EF4-FFF2-40B4-BE49-F238E27FC236}">
                <a16:creationId xmlns:a16="http://schemas.microsoft.com/office/drawing/2014/main" id="{54B453D3-CDBA-4FFE-AED9-F16BB37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291840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  <a:endParaRPr sz="1400"/>
          </a:p>
        </p:txBody>
      </p:sp>
      <p:sp>
        <p:nvSpPr>
          <p:cNvPr id="85" name="Text 82">
            <a:extLst xmlns:a="http://schemas.openxmlformats.org/drawingml/2006/main">
              <a:ext uri="{FF2B5EF4-FFF2-40B4-BE49-F238E27FC236}">
                <a16:creationId xmlns:a16="http://schemas.microsoft.com/office/drawing/2014/main" id="{BCACCE1F-50CA-40FA-83D5-2224B62F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282696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6. Nguyên nhân &amp; định lượng</a:t>
            </a:r>
            <a:endParaRPr sz="1500"/>
          </a:p>
        </p:txBody>
      </p:sp>
      <p:sp>
        <p:nvSpPr>
          <p:cNvPr id="86" name="Shape 83">
            <a:extLst xmlns:a="http://schemas.openxmlformats.org/drawingml/2006/main">
              <a:ext uri="{FF2B5EF4-FFF2-40B4-BE49-F238E27FC236}">
                <a16:creationId xmlns:a16="http://schemas.microsoft.com/office/drawing/2014/main" id="{3AE20F23-7960-4B57-BA4F-A172201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941064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7" name="Shape 84">
            <a:extLst xmlns:a="http://schemas.openxmlformats.org/drawingml/2006/main">
              <a:ext uri="{FF2B5EF4-FFF2-40B4-BE49-F238E27FC236}">
                <a16:creationId xmlns:a16="http://schemas.microsoft.com/office/drawing/2014/main" id="{7952B54C-AF63-4F58-92F1-023C92A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32504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8" name="Text 85">
            <a:extLst xmlns:a="http://schemas.openxmlformats.org/drawingml/2006/main">
              <a:ext uri="{FF2B5EF4-FFF2-40B4-BE49-F238E27FC236}">
                <a16:creationId xmlns:a16="http://schemas.microsoft.com/office/drawing/2014/main" id="{A8FD5C34-5791-4BC2-B5AA-B89D74B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096512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  <a:endParaRPr sz="1400"/>
          </a:p>
        </p:txBody>
      </p:sp>
      <p:sp>
        <p:nvSpPr>
          <p:cNvPr id="89" name="Text 86">
            <a:extLst xmlns:a="http://schemas.openxmlformats.org/drawingml/2006/main">
              <a:ext uri="{FF2B5EF4-FFF2-40B4-BE49-F238E27FC236}">
                <a16:creationId xmlns:a16="http://schemas.microsoft.com/office/drawing/2014/main" id="{C8387CE2-37AC-443C-96F9-056C0F5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087368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7. Quy trình đề xuất (TO-BE)</a:t>
            </a:r>
            <a:endParaRPr sz="1500"/>
          </a:p>
        </p:txBody>
      </p:sp>
      <p:sp>
        <p:nvSpPr>
          <p:cNvPr id="90" name="Shape 87">
            <a:extLst xmlns:a="http://schemas.openxmlformats.org/drawingml/2006/main">
              <a:ext uri="{FF2B5EF4-FFF2-40B4-BE49-F238E27FC236}">
                <a16:creationId xmlns:a16="http://schemas.microsoft.com/office/drawing/2014/main" id="{0E7A7354-C21E-4DE7-83C1-387182F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745736"/>
            <a:ext cx="530352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91" name="Shape 88">
            <a:extLst xmlns:a="http://schemas.openxmlformats.org/drawingml/2006/main">
              <a:ext uri="{FF2B5EF4-FFF2-40B4-BE49-F238E27FC236}">
                <a16:creationId xmlns:a16="http://schemas.microsoft.com/office/drawing/2014/main" id="{205DF7ED-2268-4314-A5F9-803AA893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837176"/>
            <a:ext cx="5486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92" name="Text 89">
            <a:extLst xmlns:a="http://schemas.openxmlformats.org/drawingml/2006/main">
              <a:ext uri="{FF2B5EF4-FFF2-40B4-BE49-F238E27FC236}">
                <a16:creationId xmlns:a16="http://schemas.microsoft.com/office/drawing/2014/main" id="{5271A795-3FEC-4068-B8ED-5EA784A4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901184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  <a:endParaRPr sz="1400"/>
          </a:p>
        </p:txBody>
      </p:sp>
      <p:sp>
        <p:nvSpPr>
          <p:cNvPr id="93" name="Text 90">
            <a:extLst xmlns:a="http://schemas.openxmlformats.org/drawingml/2006/main">
              <a:ext uri="{FF2B5EF4-FFF2-40B4-BE49-F238E27FC236}">
                <a16:creationId xmlns:a16="http://schemas.microsoft.com/office/drawing/2014/main" id="{E9DF839C-78BD-469F-AFD7-46918EC5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892040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8. BPMS, KPI &amp; kết luận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58392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6B3542-B271-4E35-A9BC-774747D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CE75B6-BD47-454D-8CEC-EF4F8DC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378AE2-78E6-4EE2-B9F0-9CF71E7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1039C20-D9D2-424B-9742-1DF6789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DF237C-EB94-4640-BBAB-A2E2A559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1FB077-9DB3-4EFF-8E2B-A0ED6391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B8946C3-1CAA-4E92-B802-5C6C1B86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2B71A50-9738-4547-9459-F2F4BB0C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EF57B9D-C44C-40B0-9165-D8060401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A2FE0E-8E70-4944-A4B5-7152571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E2A3BD0-F1DD-4025-9DEB-D53A0A6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9568AEA-97AD-4367-AB11-F518C69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0C69629-8EB7-46D3-94E0-5193D97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22D06C-4E10-4B4A-9638-AE4AC51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9ED6AB3-AB9A-419C-A783-E659F71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59724FF-6723-491D-B483-679A74F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EA66C4-1FB1-40B9-8F78-9C453F1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86262D3-36D2-4654-9D15-71025E5F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4502631-39D7-41A9-84CF-680BFC5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E7C7420-206B-4BBC-9AA7-B952086E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2DE1997-152D-4850-97D3-7B57870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DEA36A3-2485-4F2A-83D0-0726D5B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FA1CC8C-2749-4CA6-9D38-2CFD5C7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A9D751C-E29F-4990-B83A-E537250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68D966-FD92-47C0-B6AB-1F927FB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FD314D7-FD81-4FB2-873D-A6481FB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A97247E-28D6-402C-B7CF-6FA42E7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038BEE3-F717-414D-8E24-3FF18A24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0DDADF4-6ECB-45A2-991A-19526D42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85F11BF-251C-4506-9CFA-3D26693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68F1F43-79A6-4A08-9D8E-1526118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B566EA4-DE75-4B48-B8D0-7D4B119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F05488D-7951-4B8B-9F27-CD7E287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CF139B7-5AC6-4DCB-BA9E-E285C3A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9126889-A423-4B40-9927-0BB2057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14BEA85-5F5A-414D-B31E-9CE21FA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2D287FD-128C-4FC9-92AB-EFBDFEA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DE5535A-4DE2-43ED-B7E4-0053AF6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A2EBAD9-399B-466D-826B-FA078F1C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8B78ACA-0E1B-45E3-9D28-EAD732C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96E2EA3-F3B0-4B98-B009-D5A6748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3DD8399-4E1C-4973-9BEF-70696E2C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72F3F13-20A5-4D2D-94ED-2F7D9692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B3E61A1-E95B-41F0-A596-2BDCD91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0E8F9D8-CCAD-4465-8380-A3017A7F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31ECE5C-5A22-48FB-93E9-6B37C9F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CA4A5FA-AC3C-4FEC-941E-B5FFBB84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3CD8E7AE-3159-45FF-97F2-51E61F8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DBF4FF5-262A-4DFE-9354-BC37C221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DC4495F-CE02-494A-9CC8-0D3A730A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BBF55AE1-C47F-4FA7-AB32-626CC83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4ECA98E7-FB2E-4F96-B230-0FDF5D2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E1519D9-88E5-4037-B6B8-C1DF36F4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6A896FC-6A34-4490-B79D-2CDB1F1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74CEC60-D651-4164-AB8C-A1AFCFB1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DC8F5AB-3410-47F5-991F-DE2E218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DCC4E8B-6FD5-428C-A9F6-C3CEEF20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A116051-C42D-4EC0-ACFE-F30C61C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2100"/>
          </a:p>
        </p:txBody>
      </p:sp>
      <p:pic>
        <p:nvPicPr>
          <p:cNvPr id="1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442b62906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1D26A376-383E-4913-8B34-F5CBCF9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1. DOANH NGHIỆP &amp; PHẠM VI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B65E1E3F-6B3D-4611-928D-5FAE7991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3520440" cy="297180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FF6AD08E-ED4F-4EA1-A233-EA58581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35204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539419EE-ED4E-44E3-A64F-C42F9FCB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◉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37A50D6E-9A96-4A20-92FD-82A118A4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Doanh nghiệp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8C7AF982-5D3A-4CBE-BDC4-02101A4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40280"/>
            <a:ext cx="3520440" cy="297180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25A6E27C-F9C6-4982-9E78-6E097E8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40280"/>
            <a:ext cx="35204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BDB9229D-BC7C-497C-A9F3-87265B3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◎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B98810BA-9DC8-4E60-9C1A-1882601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04288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Quy trình lựa chọn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BD73604E-7551-4779-92AB-AE9C1E2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240280"/>
            <a:ext cx="3337560" cy="297180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4A7C1D08-3C92-4626-8125-6A6120A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240280"/>
            <a:ext cx="3337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4E049271-B94A-4D58-B73B-7F2182C8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□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698BA25E-EB92-4A1F-9817-C978BD5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04288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&amp; phạm vi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8D2F12FC-545E-466A-BFBF-E235C128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1092708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75" name="Text 72">
            <a:extLst xmlns:a="http://schemas.openxmlformats.org/drawingml/2006/main">
              <a:ext uri="{FF2B5EF4-FFF2-40B4-BE49-F238E27FC236}">
                <a16:creationId xmlns:a16="http://schemas.microsoft.com/office/drawing/2014/main" id="{B5C81682-64F6-4FDF-8C82-69E00F3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41848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Tác nhân liên quan</a:t>
            </a:r>
            <a:endParaRPr sz="1300"/>
          </a:p>
        </p:txBody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19A7ED4B-059C-41E3-95B2-9D3B9DF2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641848"/>
            <a:ext cx="8229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62B8D"/>
                </a:solidFill>
                <a:latin typeface="Arial"/>
                <a:ea typeface="Arial"/>
                <a:cs typeface="Arial"/>
              </a:rPr>
              <a:t>..................................................................................................................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85234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A06346-5137-4D47-A240-D39CD14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2A8889-2C30-49B6-9610-AC30D061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9292E-A9B6-4918-8434-F12716A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C52680-8138-45B7-B263-FF318D0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6565F9-5FA2-4091-A937-5557EEC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0E7FBB-6450-4A0F-88C2-A13CA71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4D11CC-0917-4227-900B-9550850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E4E66F-927D-4844-BB97-31B7709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DE8805E-32C9-4AD4-8D48-FC06FDE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837982C-F011-4F04-B509-5A37BEC4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D02BF6-7E6D-4B36-83B7-EA5967A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2DF2BC-B124-41F3-AF68-57746D3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A1A168-C5C5-4465-A3C2-37F9A43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A5D16B6-6BCD-43E7-A207-D2ED5E0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70632C-3E17-4AA1-82D8-80EC9BC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D86174-C3E8-412F-8AC9-A1C8976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D9B55FF-6E0B-48CE-829C-3D6842E7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B10FD36-2281-4AEA-B969-95D97FA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8537590-B0C4-4DF8-90EA-5C4F138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4B2FFE3-FFF8-4C3C-AAC4-30A19B4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763B200-880C-4A39-80A4-EE389C0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D5917A-8B47-46CB-A60C-C513B99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2377D1F-9AFF-4D33-A541-9012D5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645F723-77A5-42A3-A7E4-A96FAD1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BA291F3-8F94-4C8C-8DE2-4610148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B2A2A10-68D6-49CA-91B7-7D6B7C0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B25D68-0D0B-4908-8DE7-F6EDDD39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6A30706-562A-4A30-B1EA-23E05FD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008B9F-9987-4450-A9D6-FE2D792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767DC88-7F3D-489F-8C56-14D528EC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8290FA1-FB7A-4FDC-96AE-28193AE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FA52D5-9960-404B-B5CE-CA7C449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199562A-F56B-41C5-8934-7C74709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BF173E2-BAE5-4AF9-8C7E-513F38C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1E7ACCF-B07F-420F-B089-414CF0E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B602599-2BBB-47E0-B892-5089C9B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C6BA7E2-76E5-4533-BA9B-23901CE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DDBFB92-F9B0-4DA5-8433-03D3D75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32EE8A-10C9-4FF5-B655-659607D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2FCCFED-10AD-4DF6-AF3F-C80EA8B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20840D1-30FE-486F-A746-2A614EB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4AC6402-EB3A-4EA4-BDCA-C37310F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3D7E97F-8935-4C15-95BB-D75F6F5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92EE3CF-0E70-4982-9F70-ECBB6C9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1A3A89C-0A78-4B4B-9054-16BE405E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8F06E8-2ADE-41D6-B40B-7B73458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08A9A11-D1AF-48B8-B6E4-14F713F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E23003-85EB-4B58-B9CF-D45667E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5E229F3-AC8C-47EC-8A56-70175A7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3DD0423-165D-4E58-A73D-051E987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6F3AE90-2F03-4044-B607-7DDA0BF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DD5D392-426F-4646-8B5B-FB89646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83BDD18-E4A5-4BEA-A605-CE27990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C1F7A9F7-C43A-4473-97F9-620E803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AC87FBC-E03A-489C-B340-B88684E4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DFF82E77-C564-45C8-9908-12A37C9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3927519-3181-4792-B3DF-4212880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342239D-07C8-4091-934A-45CBC2B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2100"/>
          </a:p>
        </p:txBody>
      </p:sp>
      <p:pic>
        <p:nvPicPr>
          <p:cNvPr id="1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1dda009ab4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486E12E1-0AFF-4193-BBA0-8B2622C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2. KIẾN TRÚC 10 QUY TRÌNH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3F9446FC-BF08-4BD4-BB20-0691CB0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EDCD59B-65CD-495F-9B50-7BCE8FE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C475F23-0D0A-43C5-835B-C3DC83E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□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A3382D2B-CEA1-4B39-9136-FBFE9F0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lý (≥ 3)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FB8AFFD7-7AF3-4437-826B-FF849F2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38448A2C-CCC9-44DE-B11A-75354615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9D2E4E6B-CC4D-4D78-B27A-1464420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▦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D810125C-216A-4AD9-A74B-86831692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Cốt lõi (≥ 3)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CAF32AD-F1FC-4E56-8495-02E7323D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42297C5D-94C0-4E70-A85A-F9F5084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8DEAEEF2-86DF-4BE7-B9AC-F2BACAF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↔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637F2B96-9C21-4680-B641-BBDFDCD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41448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Hỗ trợ (≥ 3)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FD597625-2574-4819-8CF6-FF0BF87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77EC0F4D-10FA-49D9-9838-A12F343B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0BA391EB-EF6F-4512-AF54-3799B92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51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2C6B6C62-E850-418E-B665-70F90FB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10469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tổng thể 10 quy trình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734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85EEAF-7351-4352-B80D-C91F9A8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B525CC-4847-47C8-88E8-D4ED528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C809DA-0526-4AC1-B92F-34C1B8E7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697010F-FEF1-44C5-B567-B2587587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04B1FB-4B66-411C-93E2-7F8775E7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FCFDC5-0A3A-459A-9B1B-E69485B5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0A90DFE-BF6D-408A-A353-4A63325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1F27CB8-F344-4AA7-8326-CA2254C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1809810-63F9-4A90-93A3-E1BF38BB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A2AEDF9-4A0C-4C2E-A7FB-9BBE24F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6B1C033-C0E3-48E8-8864-6856CF0F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81270E4-5432-400C-B591-07AFAEE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BBB558-AB47-4D03-B3F7-D77FD7DE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E8D3BE3-B093-4767-9B27-E35CA89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6FB7468-EC02-46F6-80A3-E8A6869B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4C47D8-499D-4B01-8B2E-232EEC10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F47B291-37BC-49BB-B21F-727A0A72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F9610B8-5790-45F4-BE85-5E4A939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50A3EC9-94D5-4861-AB34-E972C6B0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046E971-EBAF-4AE8-B68A-78F3ECE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AB12842-0915-4028-8D10-FEFBAA6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8DAFA64-0929-4D18-9E24-68D6204E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D19FB03-EB0B-4D75-A59D-A8C69C12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B6598CA-1FF1-4501-8A0F-8001D5A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1A9F3C5-2E09-4EC6-B819-B2F296E8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FDF8BA3-6852-46BC-AC9F-2EF1779B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76F77B9-8021-4690-953D-BA74CF17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8DB9F24-E4F2-49E0-9AF8-1F73963A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59C8A4E-4CA5-4268-83FA-9DA631F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8C82C16-67EB-4EA5-9DB5-D071E63B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EB5CB8F-272D-43CE-9907-96DCC9C3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21286BC-5C1C-4959-8061-A7F07BB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1B664A8-3F70-4087-B382-4EB9700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F9D790B-E427-49E4-8C8D-9D91484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A527E39-ECCF-4565-B0AD-AAE744F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834DC39-6F21-4373-A13F-DC37AEF1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FAC8FD4-E695-46CD-9690-8BFF0D2F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D5A8C35-39A2-42E6-9F07-27D7991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449AA0B-DA92-45E9-B2D1-AB9B357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A8345E4-7723-42F6-9D35-0B19B5CE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1E583A5-D1DE-464E-B2F9-F64DC37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F213B2D-D603-4B0C-896B-6822EF1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584232D-9FDB-4538-B9A8-C92A31B7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5DABA60-DC6C-420A-8169-5C77F4B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3E0A062-53D8-4743-B245-0ECD8F04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EAE28A1-FF63-49B1-B9BE-A53A08B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BF49BFA-3A83-4E87-A1B0-3A1A672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ECCB623-25D4-47E7-A2D3-AB74E251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CCE0CB0-3BB7-4B26-B21F-F19D061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F1060F3E-F199-4BDD-BB38-85D5DF4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1EB3C01E-DD83-4CEE-B30F-187C4623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1A5AE25-3D47-4FAA-94D0-3AA59D8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E6068577-62E7-4C40-9877-EF527DE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ED61750-E680-4BE4-A107-E41851D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708ADC8-893A-42B7-B307-7615B70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2D10D28F-C9D8-4B1F-BA39-D7DBE75D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B6347F6F-BABB-41AC-8D07-4091371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197116D-6B23-4C36-BC7C-0D33DB1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2100"/>
          </a:p>
        </p:txBody>
      </p:sp>
      <p:pic>
        <p:nvPicPr>
          <p:cNvPr id="1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9400e6a3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3E7071D1-C59C-4DC5-8498-8D1FDB50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3. QUY TRÌNH HIỆN TẠI (AS-IS)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4F3A755E-23DB-43C8-8C0F-859EFCF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24231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22D46C58-350D-4047-B180-6BB929C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24231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52C5EC17-940F-48BE-83E3-FB94B40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▶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E3097CF6-4A2C-4387-81E1-AC450CF5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Điểm bắt đầu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912CEE11-E8C7-460B-986F-514B847F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242316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BBBD6723-CC4D-4C17-83C2-75C009CA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24231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6B017F0B-363E-4D6C-A7FC-CCC44E6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64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96CAC5A5-66FA-4069-B783-9B55B162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50208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Tác nhân tham gia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AE2B9EB-FD8B-416C-B963-2A936B7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40280"/>
            <a:ext cx="5897880" cy="36576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DF86DE30-63EE-4EF6-8EFD-86B529A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943600"/>
            <a:ext cx="5623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A4FC5"/>
                </a:solidFill>
                <a:latin typeface="Arial"/>
                <a:ea typeface="Arial"/>
                <a:cs typeface="Arial"/>
              </a:rPr>
              <a:t>Hình 3.1. Sơ đồ quy trình hiện tại (AS-IS)</a:t>
            </a:r>
            <a:endParaRPr sz="1400"/>
          </a:p>
        </p:txBody>
      </p:sp>
      <p:sp>
        <p:nvSpPr>
          <p:cNvPr id="72" name="Shape 69">
            <a:extLst xmlns:a="http://schemas.openxmlformats.org/drawingml/2006/main">
              <a:ext uri="{FF2B5EF4-FFF2-40B4-BE49-F238E27FC236}">
                <a16:creationId xmlns:a16="http://schemas.microsoft.com/office/drawing/2014/main" id="{3A0CFC4F-29E4-4F45-AF62-E86A04E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2240280" cy="36576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3" name="Shape 70">
            <a:extLst xmlns:a="http://schemas.openxmlformats.org/drawingml/2006/main">
              <a:ext uri="{FF2B5EF4-FFF2-40B4-BE49-F238E27FC236}">
                <a16:creationId xmlns:a16="http://schemas.microsoft.com/office/drawing/2014/main" id="{A08B0D2D-BB72-40DB-9E14-BF6A1C9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224028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F1C1E4B0-7B71-421B-A68A-AE87CD8D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  <a:endParaRPr sz="1400"/>
          </a:p>
        </p:txBody>
      </p:sp>
      <p:sp>
        <p:nvSpPr>
          <p:cNvPr id="75" name="Text 72">
            <a:extLst xmlns:a="http://schemas.openxmlformats.org/drawingml/2006/main">
              <a:ext uri="{FF2B5EF4-FFF2-40B4-BE49-F238E27FC236}">
                <a16:creationId xmlns:a16="http://schemas.microsoft.com/office/drawing/2014/main" id="{15E37B9C-36B9-43C7-B561-AFB787EB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304288"/>
            <a:ext cx="1783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đầu ra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95436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A06346-5137-4D47-A240-D39CD14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2A8889-2C30-49B6-9610-AC30D061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9292E-A9B6-4918-8434-F12716A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C52680-8138-45B7-B263-FF318D0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6565F9-5FA2-4091-A937-5557EEC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0E7FBB-6450-4A0F-88C2-A13CA71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4D11CC-0917-4227-900B-9550850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E4E66F-927D-4844-BB97-31B7709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DE8805E-32C9-4AD4-8D48-FC06FDE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837982C-F011-4F04-B509-5A37BEC4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D02BF6-7E6D-4B36-83B7-EA5967A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2DF2BC-B124-41F3-AF68-57746D3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A1A168-C5C5-4465-A3C2-37F9A43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A5D16B6-6BCD-43E7-A207-D2ED5E0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70632C-3E17-4AA1-82D8-80EC9BC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D86174-C3E8-412F-8AC9-A1C8976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D9B55FF-6E0B-48CE-829C-3D6842E7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B10FD36-2281-4AEA-B969-95D97FA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8537590-B0C4-4DF8-90EA-5C4F138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4B2FFE3-FFF8-4C3C-AAC4-30A19B4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763B200-880C-4A39-80A4-EE389C0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D5917A-8B47-46CB-A60C-C513B99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2377D1F-9AFF-4D33-A541-9012D5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645F723-77A5-42A3-A7E4-A96FAD1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BA291F3-8F94-4C8C-8DE2-4610148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B2A2A10-68D6-49CA-91B7-7D6B7C0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B25D68-0D0B-4908-8DE7-F6EDDD39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6A30706-562A-4A30-B1EA-23E05FD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008B9F-9987-4450-A9D6-FE2D792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767DC88-7F3D-489F-8C56-14D528EC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8290FA1-FB7A-4FDC-96AE-28193AE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FA52D5-9960-404B-B5CE-CA7C449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199562A-F56B-41C5-8934-7C74709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BF173E2-BAE5-4AF9-8C7E-513F38C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1E7ACCF-B07F-420F-B089-414CF0E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B602599-2BBB-47E0-B892-5089C9B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C6BA7E2-76E5-4533-BA9B-23901CE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DDBFB92-F9B0-4DA5-8433-03D3D75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32EE8A-10C9-4FF5-B655-659607D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2FCCFED-10AD-4DF6-AF3F-C80EA8B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20840D1-30FE-486F-A746-2A614EB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4AC6402-EB3A-4EA4-BDCA-C37310F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3D7E97F-8935-4C15-95BB-D75F6F5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92EE3CF-0E70-4982-9F70-ECBB6C9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1A3A89C-0A78-4B4B-9054-16BE405E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8F06E8-2ADE-41D6-B40B-7B73458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08A9A11-D1AF-48B8-B6E4-14F713F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E23003-85EB-4B58-B9CF-D45667E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5E229F3-AC8C-47EC-8A56-70175A7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3DD0423-165D-4E58-A73D-051E987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6F3AE90-2F03-4044-B607-7DDA0BF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DD5D392-426F-4646-8B5B-FB89646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83BDD18-E4A5-4BEA-A605-CE27990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C1F7A9F7-C43A-4473-97F9-620E803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AC87FBC-E03A-489C-B340-B88684E4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DFF82E77-C564-45C8-9908-12A37C9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3927519-3181-4792-B3DF-4212880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342239D-07C8-4091-934A-45CBC2B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  <a:endParaRPr sz="2100"/>
          </a:p>
        </p:txBody>
      </p:sp>
      <p:pic>
        <p:nvPicPr>
          <p:cNvPr id="1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71b9c42d4b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486E12E1-0AFF-4193-BBA0-8B2622C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4. PHƯƠNG PHÁP &amp; BẰNG CHỨNG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3F9446FC-BF08-4BD4-BB20-0691CB0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EDCD59B-65CD-495F-9B50-7BCE8FE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C475F23-0D0A-43C5-835B-C3DC83E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□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A3382D2B-CEA1-4B39-9136-FBFE9F0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Tài liệu &amp; biểu mẫu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FB8AFFD7-7AF3-4437-826B-FF849F2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38448A2C-CCC9-44DE-B11A-75354615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9D2E4E6B-CC4D-4D78-B27A-1464420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▦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D810125C-216A-4AD9-A74B-86831692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Phỏng vấn / workshop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CAF32AD-F1FC-4E56-8495-02E7323D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42297C5D-94C0-4E70-A85A-F9F5084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8DEAEEF2-86DF-4BE7-B9AC-F2BACAF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↔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637F2B96-9C21-4680-B641-BBDFDCD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41448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Bộ câu hỏi (10 + 10)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FD597625-2574-4819-8CF6-FF0BF87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77EC0F4D-10FA-49D9-9838-A12F343B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0BA391EB-EF6F-4512-AF54-3799B92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51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2C6B6C62-E850-418E-B665-70F90FB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10469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Sơ đồ tổ chức / bằng chứng thu thập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734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025031-4369-4EAA-A7D8-42ADB57C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FC9729-4ED1-45A8-AC34-A31B1820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AE1142-B209-4526-A6FF-586DCC6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46FA89-73F2-47CA-A032-681A8C5F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10C0A3-4FCC-4759-A050-27B8597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1CF746-CFD0-4AC9-8AB0-A2FFF2B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A37DFF-8320-46A8-84D6-A4AFA18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D99A4F-94BE-4FB5-8558-63C42B5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CF5FC8-AD37-40BE-A1F4-70B7FA5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8EFFA5-705B-4EDF-B216-0B45149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D49F90-8140-4820-9375-0A66FEA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8894EB5-A943-4C9D-A7A3-B61290F9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73A001-53B5-4E21-9243-971BE01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5A71CEB-A954-4AC6-83D4-79915FF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B823FF0-AB5E-4C92-86BC-7DE3496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25E8B30-DC52-43FF-BC35-5F170DD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EE38B9-E657-4693-B4BC-3282E0E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B65DE8-A8A9-42BF-A341-EB5E46B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A40FC59-F604-4C75-A0C9-6363709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37864FC-7214-4AD4-952E-3630A38C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1BA166-BD6A-4EB1-B998-1D262E24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9B7A656-1202-46B7-A2E8-DD6C155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4014EF4-1882-4A3E-A8A7-88EBAB6C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8F1DC4D-6D76-40A2-B5C1-91EB11A3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6E83DC7-B563-48B1-8534-0B71105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579AE6E-402C-41ED-B3A7-62084FEF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225B9DF-C529-456A-AB4F-04BF5E8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38E43A9-26EC-4E0B-B9A8-2F2F6D6A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6E8751B-4DB9-4253-A926-231FF47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47C63-99BE-4C66-BC6D-50AC321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C799203-4485-4E3D-8241-66211E3A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B736C6B-E4B2-41D0-884D-8C6F1620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5A1DC78-8B0A-40B7-89F6-D85815A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F0626B6-5AF6-4C07-9B61-C5D53B3C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2732A8E-6DCC-409A-9950-671FECF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730A1AC-ABC2-4C75-88A7-BC16F5B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021C901-5968-42E7-9E09-62799037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C21BFEE-FB8B-44C4-8530-1CF8ABF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97C97C1-1F90-4B0B-A793-9B989A3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4B38258-1B92-4D0E-BA82-1411FE6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5402316-0021-4CB8-BC31-1971AD0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5225E84-0B6D-426D-90EC-0F0C00CD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7D0DFFC-15BD-48BC-979D-DDEACD8E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7596878-784D-48DD-930F-E38857D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B9D038E-C45B-4C70-9E16-33D05397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67AA1E85-1401-4CFF-9694-A7A6CBF4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7FCD2A4-1A15-45EB-B1D6-8766CBC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68A0EFC-B80F-4888-9975-12AF276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7931AD7-5944-4866-AF58-CC79431C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1049B41-ABE5-405D-9AF1-6FA0435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B5F14C9-3D3F-4BFC-80F4-9830216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C1A295E-26DE-4C25-BF70-28AACC8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98087ECC-A539-484F-ABD2-7D1F64C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FDA654F6-CC84-48EA-9CAE-9678807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87FB09F-1F41-4454-B47A-0F4BC11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26C1DC5D-CA03-4C5F-B45E-E5EEB6D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73E9C62F-E646-4FAB-BC62-C357FCC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CB21E50-B1FB-4E88-9F7B-4F8ADFB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  <a:endParaRPr sz="2100"/>
          </a:p>
        </p:txBody>
      </p:sp>
      <p:pic>
        <p:nvPicPr>
          <p:cNvPr id="1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4d739c44f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D3E7DCD9-1343-4B4A-9389-CB55CE9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5. PHÂN TÍCH ĐỊNH TÍNH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E5C92F2B-F5C7-4D14-8336-3251329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AB0B857-1B00-4E66-9B69-D57A570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2A9B87C2-E1AA-4423-AACF-1686451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◷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5CDAAA37-5776-47E8-A38E-E68A6B6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A2AB9354-EBD9-431A-8337-63F628FB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FE719F66-7B98-4988-867F-918CD42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3A20A272-5F9D-405A-BF60-38AB954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△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A2BF4F09-68D7-44A9-9090-A785F58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BVA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56B8015-81FD-496E-88F2-6F3EE33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0706BDBE-4F83-474E-A4BC-7208F54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F84B68D0-7233-404B-BEC5-E118DC0E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⚙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09182B7B-4EA6-4196-804C-274AB14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NVA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DE496975-1571-4903-9672-533B220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B486407C-174E-4AD6-A624-9F35EF01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A889F865-387C-4E7B-B0AC-DF58019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↗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B846A898-BFA3-4FF3-A059-A1C1C8B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/ Hold / Overdo</a:t>
            </a:r>
            <a:endParaRPr sz="1400"/>
          </a:p>
        </p:txBody>
      </p:sp>
      <p:sp>
        <p:nvSpPr>
          <p:cNvPr id="78" name="Shape 75">
            <a:extLst xmlns:a="http://schemas.openxmlformats.org/drawingml/2006/main">
              <a:ext uri="{FF2B5EF4-FFF2-40B4-BE49-F238E27FC236}">
                <a16:creationId xmlns:a16="http://schemas.microsoft.com/office/drawing/2014/main" id="{BE7E3002-AF09-437C-89B5-00CEB3D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67208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9" name="Shape 76">
            <a:extLst xmlns:a="http://schemas.openxmlformats.org/drawingml/2006/main">
              <a:ext uri="{FF2B5EF4-FFF2-40B4-BE49-F238E27FC236}">
                <a16:creationId xmlns:a16="http://schemas.microsoft.com/office/drawing/2014/main" id="{A758EA40-1DAF-4EEE-BF2B-86270551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67208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0" name="Text 77">
            <a:extLst xmlns:a="http://schemas.openxmlformats.org/drawingml/2006/main">
              <a:ext uri="{FF2B5EF4-FFF2-40B4-BE49-F238E27FC236}">
                <a16:creationId xmlns:a16="http://schemas.microsoft.com/office/drawing/2014/main" id="{72A71804-2167-44A7-8D53-8684A14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936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▥</a:t>
            </a:r>
            <a:endParaRPr sz="1400"/>
          </a:p>
        </p:txBody>
      </p:sp>
      <p:sp>
        <p:nvSpPr>
          <p:cNvPr id="81" name="Text 78">
            <a:extLst xmlns:a="http://schemas.openxmlformats.org/drawingml/2006/main">
              <a:ext uri="{FF2B5EF4-FFF2-40B4-BE49-F238E27FC236}">
                <a16:creationId xmlns:a16="http://schemas.microsoft.com/office/drawing/2014/main" id="{5F5A26D3-7998-44CE-BCCF-B5900AE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7408"/>
            <a:ext cx="6263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Bảng 5.1. Phân tích VA / BVA / NVA</a:t>
            </a:r>
            <a:endParaRPr sz="1400"/>
          </a:p>
        </p:txBody>
      </p:sp>
      <p:sp>
        <p:nvSpPr>
          <p:cNvPr id="82" name="Shape 79">
            <a:extLst xmlns:a="http://schemas.openxmlformats.org/drawingml/2006/main">
              <a:ext uri="{FF2B5EF4-FFF2-40B4-BE49-F238E27FC236}">
                <a16:creationId xmlns:a16="http://schemas.microsoft.com/office/drawing/2014/main" id="{B83915CE-0636-4C41-958B-8F92634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43400"/>
            <a:ext cx="37490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83" name="Shape 80">
            <a:extLst xmlns:a="http://schemas.openxmlformats.org/drawingml/2006/main">
              <a:ext uri="{FF2B5EF4-FFF2-40B4-BE49-F238E27FC236}">
                <a16:creationId xmlns:a16="http://schemas.microsoft.com/office/drawing/2014/main" id="{B0A709B3-0D6B-4E8A-8164-289E916F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43400"/>
            <a:ext cx="37490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4" name="Text 81">
            <a:extLst xmlns:a="http://schemas.openxmlformats.org/drawingml/2006/main">
              <a:ext uri="{FF2B5EF4-FFF2-40B4-BE49-F238E27FC236}">
                <a16:creationId xmlns:a16="http://schemas.microsoft.com/office/drawing/2014/main" id="{AAAEBC80-F67F-4E7B-9A80-58D63140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936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  <a:endParaRPr sz="1400"/>
          </a:p>
        </p:txBody>
      </p:sp>
      <p:sp>
        <p:nvSpPr>
          <p:cNvPr id="85" name="Text 82">
            <a:extLst xmlns:a="http://schemas.openxmlformats.org/drawingml/2006/main">
              <a:ext uri="{FF2B5EF4-FFF2-40B4-BE49-F238E27FC236}">
                <a16:creationId xmlns:a16="http://schemas.microsoft.com/office/drawing/2014/main" id="{C33EDD9A-8EF8-4EC9-A75E-BBA69AC2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407408"/>
            <a:ext cx="3291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Lãng phí &amp; khắc phục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06580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846433-66BB-4787-A165-0919B4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A6D03FD-E59A-4729-A767-4329588B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E462D4-7563-4994-8D86-A9DDE6CE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E2C1155-3BC3-4865-879D-396EAEC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F87E45-587A-4F18-80CD-E694E628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9FB71C-0743-47F9-A2AD-58CE5E6F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A85602C-2E73-4317-B6E3-D9E05B30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2B553E9-B94A-48F6-974D-99C42C9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2071F46-57C3-4541-9915-8D5ADBC7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7E81AF-672F-444A-B869-7D32313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F70563D-66F5-4253-A181-EAF0124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BA15CD6-E646-4A33-9DD5-200F936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1ED9EBB-1494-4683-BAC6-84E12D0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CDF811C-8CDE-4E3E-8135-BCCC360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97808DC-8859-4FAD-8A4D-B3DF4AED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B4B86D-B3F8-401D-A97F-04502D1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EFC251-0B7D-45E1-A61C-33A5B154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1FBE4F1-3D0D-4794-8445-1ECB62E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3163F7B-D967-4112-9E61-47F837F7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7FE0BCF-BE08-4891-847E-DAA4BE2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3072780-4347-43C7-A4A4-626D6B06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5C9EFEF-680E-4DE1-A6CA-8C64640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6E067AD-2083-4295-8445-51540BB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C34690A-28CA-4BB6-83D9-E61684F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57F66BA-98A4-40D0-B77A-93C347A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E720CBD-8789-43A7-9753-0F2B2FEE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04F49A0-B917-4857-8F72-EE54278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FD7DAB7-58FF-46A3-B300-706C48D2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8C09EEC-41D4-4AA1-931F-AA726FE3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410FC09-0EDB-40D6-9A45-F9D0F201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726E3CE-ADDC-4F2B-94A2-28562F6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80A3DB7-5C62-472B-ABFB-1329D47C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1C145E0-DE6B-4ACA-B5E7-BE499D3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ABAEE74-FFB9-41DF-9F9A-C54406FE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EBC7FE-0E94-4E8A-B436-585559A4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F67EE0E-8A0B-41D5-940E-8C25961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2974009-55F7-451D-A382-B2ADD86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7D6109C-0ED7-4F5D-8670-DC25682C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81B4976-BD7A-4466-A0EA-0998CCC1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9EA1A47-A664-4E83-8210-724E6DC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B15BD6C-6401-43A9-A465-8B21612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7684471-9057-4832-9D11-B3309B9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D895CFB-8960-4CC3-98CA-EDFAD3E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E80E156-256B-4D04-9376-9B98BB56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61BA864-9DDB-4D4C-B775-346513E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DAC1388-FC90-4A80-8FCA-4671BB8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0360054-9024-4458-A8A3-22F007AC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F6035D7-C305-425A-B1DB-56ED317B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74FAA513-DFCE-4F0E-B40F-9A46C060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C4F4414-BF5B-4C30-B266-0438FF9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E45E5A2-1329-4128-9602-0C2F8D9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34BFCBB-C83C-4572-B8B4-7672C9D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EC968FA2-CC19-4DE7-8023-DA10A015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47AD02D3-1FF2-4ABD-8A73-0E0FF236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F0CDBCBA-AEFB-40C8-A8D5-52F652C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49C77349-CBCA-421D-8E0A-277B404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30357AA-31FE-4253-9066-04729ECC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D001EF79-0BE0-4632-A68A-D8ABB81F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  <a:endParaRPr sz="2100"/>
          </a:p>
        </p:txBody>
      </p:sp>
      <p:pic>
        <p:nvPicPr>
          <p:cNvPr id="1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8fab4ee8f4f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E6C4C3F1-FFD3-4B84-877C-3DFD556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6. NGUYÊN NHÂN &amp; BÊN LIÊN QUAN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42760780-FEA1-4353-80F7-32F9057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539496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1102C096-ADCE-4414-8976-7AFB23A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53949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E06BAB29-5AFA-4400-950A-FBE8D68A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B17DCBB4-6E5A-4412-B52D-E875BFC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04288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Các vấn đề chính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7FA23A20-9CA6-442E-B888-3D70EF9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4912"/>
            <a:ext cx="489204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D9FF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54B31071-0C56-45EB-9762-B8232761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1635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!</a:t>
            </a:r>
            <a:endParaRPr sz="1400"/>
          </a:p>
        </p:txBody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B098D6A0-58FC-4A9E-94EF-6D6F8E73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834640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Vấn đề 1</a:t>
            </a:r>
            <a:endParaRPr sz="1100"/>
          </a:p>
        </p:txBody>
      </p:sp>
      <p:sp>
        <p:nvSpPr>
          <p:cNvPr id="69" name="Shape 66">
            <a:extLst xmlns:a="http://schemas.openxmlformats.org/drawingml/2006/main">
              <a:ext uri="{FF2B5EF4-FFF2-40B4-BE49-F238E27FC236}">
                <a16:creationId xmlns:a16="http://schemas.microsoft.com/office/drawing/2014/main" id="{6093D624-873B-40F8-89D0-9523FE1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10712"/>
            <a:ext cx="489204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D9FF"/>
            </a:solidFill>
            <a:prstDash val="solid"/>
          </a:ln>
        </p:spPr>
      </p:sp>
      <p:sp>
        <p:nvSpPr>
          <p:cNvPr id="70" name="Text 67">
            <a:extLst xmlns:a="http://schemas.openxmlformats.org/drawingml/2006/main">
              <a:ext uri="{FF2B5EF4-FFF2-40B4-BE49-F238E27FC236}">
                <a16:creationId xmlns:a16="http://schemas.microsoft.com/office/drawing/2014/main" id="{4E27E564-DAB7-4765-A1E0-46F2EA41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!</a:t>
            </a:r>
            <a:endParaRPr sz="1400"/>
          </a:p>
        </p:txBody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650E4A7E-FA26-466B-B219-D334C907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520440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Vấn đề 2</a:t>
            </a:r>
            <a:endParaRPr sz="1100"/>
          </a:p>
        </p:txBody>
      </p:sp>
      <p:sp>
        <p:nvSpPr>
          <p:cNvPr id="72" name="Shape 69">
            <a:extLst xmlns:a="http://schemas.openxmlformats.org/drawingml/2006/main">
              <a:ext uri="{FF2B5EF4-FFF2-40B4-BE49-F238E27FC236}">
                <a16:creationId xmlns:a16="http://schemas.microsoft.com/office/drawing/2014/main" id="{B5CEB7F5-48FD-409C-901E-1C2C2D4D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512"/>
            <a:ext cx="489204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D9FF"/>
            </a:solidFill>
            <a:prstDash val="solid"/>
          </a:ln>
        </p:spPr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98F8BFB9-2ACF-4171-A6DB-6245F9F1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8795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!</a:t>
            </a:r>
            <a:endParaRPr sz="1400"/>
          </a:p>
        </p:txBody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496ABD5B-5A90-4BC5-8ECC-E72A22B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0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Vấn đề 3</a:t>
            </a:r>
            <a:endParaRPr sz="1100"/>
          </a:p>
        </p:txBody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62421EBF-3943-4746-B218-5B0FF8FE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82312"/>
            <a:ext cx="489204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D9FF"/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F8CABCFF-0CCB-4557-B18C-2B849BD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7375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!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D6A77311-D1D6-4E03-9DF9-0D4136B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892040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Vấn đề 4</a:t>
            </a:r>
            <a:endParaRPr sz="1100"/>
          </a:p>
        </p:txBody>
      </p:sp>
      <p:sp>
        <p:nvSpPr>
          <p:cNvPr id="78" name="Shape 75">
            <a:extLst xmlns:a="http://schemas.openxmlformats.org/drawingml/2006/main">
              <a:ext uri="{FF2B5EF4-FFF2-40B4-BE49-F238E27FC236}">
                <a16:creationId xmlns:a16="http://schemas.microsoft.com/office/drawing/2014/main" id="{672DCB6F-0994-43F4-8180-D55CDBE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40280"/>
            <a:ext cx="484632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9" name="Shape 76">
            <a:extLst xmlns:a="http://schemas.openxmlformats.org/drawingml/2006/main">
              <a:ext uri="{FF2B5EF4-FFF2-40B4-BE49-F238E27FC236}">
                <a16:creationId xmlns:a16="http://schemas.microsoft.com/office/drawing/2014/main" id="{6F1548AF-DF9C-49E2-B085-E7D271D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40280"/>
            <a:ext cx="484632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0" name="Text 77">
            <a:extLst xmlns:a="http://schemas.openxmlformats.org/drawingml/2006/main">
              <a:ext uri="{FF2B5EF4-FFF2-40B4-BE49-F238E27FC236}">
                <a16:creationId xmlns:a16="http://schemas.microsoft.com/office/drawing/2014/main" id="{07BE346C-129E-4AD3-AAE0-80AF20AC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905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⌕</a:t>
            </a:r>
            <a:endParaRPr sz="1400"/>
          </a:p>
        </p:txBody>
      </p:sp>
      <p:sp>
        <p:nvSpPr>
          <p:cNvPr id="81" name="Text 78">
            <a:extLst xmlns:a="http://schemas.openxmlformats.org/drawingml/2006/main">
              <a:ext uri="{FF2B5EF4-FFF2-40B4-BE49-F238E27FC236}">
                <a16:creationId xmlns:a16="http://schemas.microsoft.com/office/drawing/2014/main" id="{28DB8753-5F52-4B58-919D-8B4D343C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30428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Fishbone / Root-cause</a:t>
            </a:r>
            <a:endParaRPr sz="1400"/>
          </a:p>
        </p:txBody>
      </p:sp>
      <p:sp>
        <p:nvSpPr>
          <p:cNvPr id="82" name="Shape 79">
            <a:extLst xmlns:a="http://schemas.openxmlformats.org/drawingml/2006/main">
              <a:ext uri="{FF2B5EF4-FFF2-40B4-BE49-F238E27FC236}">
                <a16:creationId xmlns:a16="http://schemas.microsoft.com/office/drawing/2014/main" id="{4A1B7AEA-FFB5-4E06-8C1A-13325BB2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97480"/>
            <a:ext cx="4480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3" name="Shape 80">
            <a:extLst xmlns:a="http://schemas.openxmlformats.org/drawingml/2006/main">
              <a:ext uri="{FF2B5EF4-FFF2-40B4-BE49-F238E27FC236}">
                <a16:creationId xmlns:a16="http://schemas.microsoft.com/office/drawing/2014/main" id="{05A6AD52-86FA-4ECF-873A-1C7E008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9160"/>
            <a:ext cx="21031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4" name="Shape 81">
            <a:extLst xmlns:a="http://schemas.openxmlformats.org/drawingml/2006/main">
              <a:ext uri="{FF2B5EF4-FFF2-40B4-BE49-F238E27FC236}">
                <a16:creationId xmlns:a16="http://schemas.microsoft.com/office/drawing/2014/main" id="{7F232187-206D-4BAB-9BB5-6FF47F67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9160"/>
            <a:ext cx="21031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86" name="Frame label — stakeholders">
            <a:extLst xmlns:a="http://schemas.openxmlformats.org/drawingml/2006/main">
              <a:ext uri="{FF2B5EF4-FFF2-40B4-BE49-F238E27FC236}">
                <a16:creationId xmlns:a16="http://schemas.microsoft.com/office/drawing/2014/main" id="{2E317677-980C-40DE-8393-3E4D767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Bên liên quan</a:t>
            </a:r>
          </a:p>
        </p:txBody>
      </p:sp>
      <p:sp>
        <p:nvSpPr>
          <p:cNvPr id="87" name="Frame label — conclusion">
            <a:extLst xmlns:a="http://schemas.openxmlformats.org/drawingml/2006/main">
              <a:ext uri="{FF2B5EF4-FFF2-40B4-BE49-F238E27FC236}">
                <a16:creationId xmlns:a16="http://schemas.microsoft.com/office/drawing/2014/main" id="{4A0B242C-8663-4400-A638-901F1DA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012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DA0"/>
                </a:solidFill>
                <a:latin typeface="Arial"/>
                <a:ea typeface="Arial"/>
                <a:cs typeface="Arial"/>
              </a:rPr>
              <a:t>Kết luận phân tích</a:t>
            </a:r>
          </a:p>
        </p:txBody>
      </p:sp>
    </p:spTree>
    <p:extLst>
      <p:ext uri="{BB962C8B-B14F-4D97-AF65-F5344CB8AC3E}">
        <p14:creationId xmlns:p14="http://schemas.microsoft.com/office/powerpoint/2010/main" val="1345301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025031-4369-4EAA-A7D8-42ADB57C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FC9729-4ED1-45A8-AC34-A31B1820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AE1142-B209-4526-A6FF-586DCC6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46FA89-73F2-47CA-A032-681A8C5F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10C0A3-4FCC-4759-A050-27B8597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1CF746-CFD0-4AC9-8AB0-A2FFF2B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A37DFF-8320-46A8-84D6-A4AFA18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D99A4F-94BE-4FB5-8558-63C42B5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CF5FC8-AD37-40BE-A1F4-70B7FA5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8EFFA5-705B-4EDF-B216-0B45149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D49F90-8140-4820-9375-0A66FEA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8894EB5-A943-4C9D-A7A3-B61290F9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73A001-53B5-4E21-9243-971BE01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5A71CEB-A954-4AC6-83D4-79915FF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B823FF0-AB5E-4C92-86BC-7DE3496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25E8B30-DC52-43FF-BC35-5F170DD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EE38B9-E657-4693-B4BC-3282E0E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B65DE8-A8A9-42BF-A341-EB5E46B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A40FC59-F604-4C75-A0C9-6363709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37864FC-7214-4AD4-952E-3630A38C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1BA166-BD6A-4EB1-B998-1D262E24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9B7A656-1202-46B7-A2E8-DD6C155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4014EF4-1882-4A3E-A8A7-88EBAB6C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8F1DC4D-6D76-40A2-B5C1-91EB11A3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6E83DC7-B563-48B1-8534-0B71105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579AE6E-402C-41ED-B3A7-62084FEF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225B9DF-C529-456A-AB4F-04BF5E8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38E43A9-26EC-4E0B-B9A8-2F2F6D6A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6E8751B-4DB9-4253-A926-231FF47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47C63-99BE-4C66-BC6D-50AC321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C799203-4485-4E3D-8241-66211E3A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B736C6B-E4B2-41D0-884D-8C6F1620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5A1DC78-8B0A-40B7-89F6-D85815A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F0626B6-5AF6-4C07-9B61-C5D53B3C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2732A8E-6DCC-409A-9950-671FECF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730A1AC-ABC2-4C75-88A7-BC16F5B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021C901-5968-42E7-9E09-62799037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C21BFEE-FB8B-44C4-8530-1CF8ABF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97C97C1-1F90-4B0B-A793-9B989A3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4B38258-1B92-4D0E-BA82-1411FE6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5402316-0021-4CB8-BC31-1971AD0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5225E84-0B6D-426D-90EC-0F0C00CD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7D0DFFC-15BD-48BC-979D-DDEACD8E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7596878-784D-48DD-930F-E38857D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B9D038E-C45B-4C70-9E16-33D05397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67AA1E85-1401-4CFF-9694-A7A6CBF4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7FCD2A4-1A15-45EB-B1D6-8766CBC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68A0EFC-B80F-4888-9975-12AF276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7931AD7-5944-4866-AF58-CC79431C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1049B41-ABE5-405D-9AF1-6FA0435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B5F14C9-3D3F-4BFC-80F4-9830216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C1A295E-26DE-4C25-BF70-28AACC8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98087ECC-A539-484F-ABD2-7D1F64C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FDA654F6-CC84-48EA-9CAE-9678807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87FB09F-1F41-4454-B47A-0F4BC11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26C1DC5D-CA03-4C5F-B45E-E5EEB6D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73E9C62F-E646-4FAB-BC62-C357FCC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CB21E50-B1FB-4E88-9F7B-4F8ADFB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  <a:endParaRPr sz="2100"/>
          </a:p>
        </p:txBody>
      </p:sp>
      <p:pic>
        <p:nvPicPr>
          <p:cNvPr id="1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d04342036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D3E7DCD9-1343-4B4A-9389-CB55CE9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7. PHÂN TÍCH ĐỊNH LƯỢNG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E5C92F2B-F5C7-4D14-8336-3251329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AB0B857-1B00-4E66-9B69-D57A570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2A9B87C2-E1AA-4423-AACF-1686451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◷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5CDAAA37-5776-47E8-A38E-E68A6B6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Thời gian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A2AB9354-EBD9-431A-8337-63F628FB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FE719F66-7B98-4988-867F-918CD42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3A20A272-5F9D-405A-BF60-38AB954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△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A2BF4F09-68D7-44A9-9090-A785F58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Chất lượng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56B8015-81FD-496E-88F2-6F3EE33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0706BDBE-4F83-474E-A4BC-7208F54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F84B68D0-7233-404B-BEC5-E118DC0E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⚙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09182B7B-4EA6-4196-804C-274AB14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Chi phí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DE496975-1571-4903-9672-533B220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1720"/>
            <a:ext cx="25146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B486407C-174E-4AD6-A624-9F35EF01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1720"/>
            <a:ext cx="251460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A889F865-387C-4E7B-B0AC-DF58019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8201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↗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B846A898-BFA3-4FF3-A059-A1C1C8B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95728"/>
            <a:ext cx="2057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quy trình</a:t>
            </a:r>
            <a:endParaRPr sz="1400"/>
          </a:p>
        </p:txBody>
      </p:sp>
      <p:sp>
        <p:nvSpPr>
          <p:cNvPr id="78" name="Shape 75">
            <a:extLst xmlns:a="http://schemas.openxmlformats.org/drawingml/2006/main">
              <a:ext uri="{FF2B5EF4-FFF2-40B4-BE49-F238E27FC236}">
                <a16:creationId xmlns:a16="http://schemas.microsoft.com/office/drawing/2014/main" id="{BE7E3002-AF09-437C-89B5-00CEB3D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67208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9" name="Shape 76">
            <a:extLst xmlns:a="http://schemas.openxmlformats.org/drawingml/2006/main">
              <a:ext uri="{FF2B5EF4-FFF2-40B4-BE49-F238E27FC236}">
                <a16:creationId xmlns:a16="http://schemas.microsoft.com/office/drawing/2014/main" id="{A758EA40-1DAF-4EEE-BF2B-86270551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67208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0" name="Text 77">
            <a:extLst xmlns:a="http://schemas.openxmlformats.org/drawingml/2006/main">
              <a:ext uri="{FF2B5EF4-FFF2-40B4-BE49-F238E27FC236}">
                <a16:creationId xmlns:a16="http://schemas.microsoft.com/office/drawing/2014/main" id="{72A71804-2167-44A7-8D53-8684A14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936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▥</a:t>
            </a:r>
            <a:endParaRPr sz="1400"/>
          </a:p>
        </p:txBody>
      </p:sp>
      <p:sp>
        <p:nvSpPr>
          <p:cNvPr id="81" name="Text 78">
            <a:extLst xmlns:a="http://schemas.openxmlformats.org/drawingml/2006/main">
              <a:ext uri="{FF2B5EF4-FFF2-40B4-BE49-F238E27FC236}">
                <a16:creationId xmlns:a16="http://schemas.microsoft.com/office/drawing/2014/main" id="{5F5A26D3-7998-44CE-BCCF-B5900AE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7408"/>
            <a:ext cx="6263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Bảng 7.1. Phân tích định lượng 2 quy trình</a:t>
            </a:r>
            <a:endParaRPr sz="1400"/>
          </a:p>
        </p:txBody>
      </p:sp>
      <p:sp>
        <p:nvSpPr>
          <p:cNvPr id="82" name="Shape 79">
            <a:extLst xmlns:a="http://schemas.openxmlformats.org/drawingml/2006/main">
              <a:ext uri="{FF2B5EF4-FFF2-40B4-BE49-F238E27FC236}">
                <a16:creationId xmlns:a16="http://schemas.microsoft.com/office/drawing/2014/main" id="{B83915CE-0636-4C41-958B-8F92634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43400"/>
            <a:ext cx="37490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83" name="Shape 80">
            <a:extLst xmlns:a="http://schemas.openxmlformats.org/drawingml/2006/main">
              <a:ext uri="{FF2B5EF4-FFF2-40B4-BE49-F238E27FC236}">
                <a16:creationId xmlns:a16="http://schemas.microsoft.com/office/drawing/2014/main" id="{B0A709B3-0D6B-4E8A-8164-289E916F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43400"/>
            <a:ext cx="37490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84" name="Text 81">
            <a:extLst xmlns:a="http://schemas.openxmlformats.org/drawingml/2006/main">
              <a:ext uri="{FF2B5EF4-FFF2-40B4-BE49-F238E27FC236}">
                <a16:creationId xmlns:a16="http://schemas.microsoft.com/office/drawing/2014/main" id="{AAAEBC80-F67F-4E7B-9A80-58D63140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936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  <a:endParaRPr sz="1400"/>
          </a:p>
        </p:txBody>
      </p:sp>
      <p:sp>
        <p:nvSpPr>
          <p:cNvPr id="85" name="Text 82">
            <a:extLst xmlns:a="http://schemas.openxmlformats.org/drawingml/2006/main">
              <a:ext uri="{FF2B5EF4-FFF2-40B4-BE49-F238E27FC236}">
                <a16:creationId xmlns:a16="http://schemas.microsoft.com/office/drawing/2014/main" id="{C33EDD9A-8EF8-4EC9-A75E-BBA69AC2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407408"/>
            <a:ext cx="3291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Nhận xét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06580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27D9D2-DBAB-415F-BA95-FE020A4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AB25FF-4A0F-4456-BD60-FD1F08F7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3CAD62-AEC2-4B75-9CFF-3B245CE4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F09024-22EE-4801-974F-7C616DD6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535511-03BE-4B8F-AF4C-3D2CA5FF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1E5A58-3F3F-4F52-AF04-F1C409B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5F8814-DCB9-4CC1-A447-5E33C78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A6B5114-0225-4E24-88D4-46F46B14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F1AF026-87E7-4332-A050-E2B5D42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C88A5CE-828B-4DCF-9589-119E02A7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0F95FC6-EFED-4577-B9D2-346C4CDB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83B4D03-B76D-43C9-BF92-FB0DEE8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4CD0AFA-2954-4911-A061-C5ED785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92CDC9D-3372-4D62-B2F1-C4724BB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DA78A70-624F-43E5-A150-9949DC3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4609E6E-5EBC-40C5-8FFE-7ECE92ED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03F046E-D0CD-4FD8-8F9D-DBC66FD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69E34D-3F75-4158-9F96-1244297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35F7E71-EF17-4C3E-BC0C-562690D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5415F89-2B08-4DDC-9458-587BAECA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AB79DD-31F9-4BC7-8C0F-2BC1732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221A7D7-BD5E-4657-B7A2-06C3832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EA4E75B-020E-4144-8134-4A5F03FF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4A7C82-5290-4C36-8A36-DDF2775E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C34A89-28C1-434B-999D-8553241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FE577B2-687B-40B3-81B7-9DFE731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CB35951-473E-4066-B3D6-A205EAB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ADA6C52-8E2D-4C84-A8C8-20C5B730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D44C5E3-6CF5-4EBA-81FB-00FA95CE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E3CCE9C-47CE-4C3E-8FA2-5167237C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F537E57-377A-470D-A4A5-7D723CF4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BE5E075-C22E-4194-BDB8-08C8E95A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0D4B7A8-66E8-4D11-AFD1-A17FE802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E436B47-E9CD-40C8-AC1C-638E55C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DC698EF-41D0-4637-8E0F-BB44C3D2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CD702E3-F3B5-4258-BEEA-5EA617E1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778017F-A209-4AA7-BA17-1E5361A2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42FF9BB-57F8-4DDF-9FC0-6A6816D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3BBFB3D-BEC8-4A35-9D2C-05C164E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8527825-F8E0-4F02-BAE0-8526E41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2526B06-72AB-4201-B07A-5D3990E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95B91E4-EC7D-4E7F-8B1A-42A4DD0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AA16F5B-D686-4494-973E-E74556DC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0841497-3E21-41DE-B009-3DEFFC7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E562C6EA-5DDF-4CFC-85DD-E5427CCB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51F0CC2-05C3-49EC-9676-767EB54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759E0F6-2551-48EC-85DC-87E8A5F8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F80230B-4AA7-4B74-BEC9-AFBD758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E23E290-93A3-4A77-927D-0E8EDBD0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43ED8B60-0DB8-45FC-B92F-37CFFFE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82A0663-6490-40E8-9B86-2151759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80E65479-59C9-442E-B174-2B0B3D37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3CF8FD5-216F-4DE5-B057-3AC885C1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70A2E143-D5FB-45AB-8551-E41D332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1FB7B8F-7C3F-41FF-A25D-1CAF34D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0EBDE48A-80B0-4A89-A451-BE87647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497ACDD6-F5B9-41FE-AFF6-246543B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C64942B1-8798-4D2E-9A37-E101024D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2100"/>
          </a:p>
        </p:txBody>
      </p:sp>
      <p:pic>
        <p:nvPicPr>
          <p:cNvPr id="1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da163df0a48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38DC83BF-AD7E-46CD-90F6-028CE6B7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8. QUY TRÌNH ĐỀ XUẤT (TO-BE)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441E6FFD-29B0-4E88-9D80-8BD8FF54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955548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DA9F5"/>
            </a:solidFill>
            <a:prstDash val="solid"/>
          </a:ln>
        </p:spPr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57C38A0E-FB2B-4687-8C3A-B18EB53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9281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A4FC5"/>
                </a:solidFill>
                <a:latin typeface="Arial"/>
                <a:ea typeface="Arial"/>
                <a:cs typeface="Arial"/>
              </a:rPr>
              <a:t>Hình 8.1. Sơ đồ quy trình đề xuất (TO-BE)</a:t>
            </a:r>
            <a:endParaRPr sz="1400"/>
          </a:p>
        </p:txBody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8F0E3137-7018-42B1-9D0D-852FD90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918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5" name="Shape 62">
            <a:extLst xmlns:a="http://schemas.openxmlformats.org/drawingml/2006/main">
              <a:ext uri="{FF2B5EF4-FFF2-40B4-BE49-F238E27FC236}">
                <a16:creationId xmlns:a16="http://schemas.microsoft.com/office/drawing/2014/main" id="{F47E339A-7F02-4CFC-8A3F-86C6A560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918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580B4C0F-5656-4A80-A844-3FF7B12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94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↗</a:t>
            </a:r>
            <a:endParaRPr sz="1400"/>
          </a:p>
        </p:txBody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657C4E7A-3753-4E8D-B489-CEC4478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Điểm cải tiến</a:t>
            </a:r>
            <a:endParaRPr sz="1400"/>
          </a:p>
        </p:txBody>
      </p:sp>
      <p:sp>
        <p:nvSpPr>
          <p:cNvPr id="68" name="Shape 65">
            <a:extLst xmlns:a="http://schemas.openxmlformats.org/drawingml/2006/main">
              <a:ext uri="{FF2B5EF4-FFF2-40B4-BE49-F238E27FC236}">
                <a16:creationId xmlns:a16="http://schemas.microsoft.com/office/drawing/2014/main" id="{C7E10392-88DE-47E8-AC32-C1D9CF35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029200"/>
            <a:ext cx="32918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9" name="Shape 66">
            <a:extLst xmlns:a="http://schemas.openxmlformats.org/drawingml/2006/main">
              <a:ext uri="{FF2B5EF4-FFF2-40B4-BE49-F238E27FC236}">
                <a16:creationId xmlns:a16="http://schemas.microsoft.com/office/drawing/2014/main" id="{9EBB9138-867C-4511-8812-59F1270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029200"/>
            <a:ext cx="32918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0" name="Text 67">
            <a:extLst xmlns:a="http://schemas.openxmlformats.org/drawingml/2006/main">
              <a:ext uri="{FF2B5EF4-FFF2-40B4-BE49-F238E27FC236}">
                <a16:creationId xmlns:a16="http://schemas.microsoft.com/office/drawing/2014/main" id="{A1E9A4F0-F00C-4CB1-997A-97517816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0794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⚙</a:t>
            </a:r>
            <a:endParaRPr sz="1400"/>
          </a:p>
        </p:txBody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731F3158-972B-4D19-8985-979A4E4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9320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Mức độ tự động hóa</a:t>
            </a:r>
            <a:endParaRPr sz="1400"/>
          </a:p>
        </p:txBody>
      </p:sp>
      <p:sp>
        <p:nvSpPr>
          <p:cNvPr id="72" name="Shape 69">
            <a:extLst xmlns:a="http://schemas.openxmlformats.org/drawingml/2006/main">
              <a:ext uri="{FF2B5EF4-FFF2-40B4-BE49-F238E27FC236}">
                <a16:creationId xmlns:a16="http://schemas.microsoft.com/office/drawing/2014/main" id="{D7CF1CCA-2396-4DEF-8209-2167FF7B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029200"/>
            <a:ext cx="329184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3" name="Shape 70">
            <a:extLst xmlns:a="http://schemas.openxmlformats.org/drawingml/2006/main">
              <a:ext uri="{FF2B5EF4-FFF2-40B4-BE49-F238E27FC236}">
                <a16:creationId xmlns:a16="http://schemas.microsoft.com/office/drawing/2014/main" id="{EF20E63B-BC4F-4E60-B6D7-8449319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029200"/>
            <a:ext cx="329184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1837E7F0-B386-4EA7-AAE3-3538030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07949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◎</a:t>
            </a:r>
            <a:endParaRPr sz="1400"/>
          </a:p>
        </p:txBody>
      </p:sp>
      <p:sp>
        <p:nvSpPr>
          <p:cNvPr id="75" name="Text 72">
            <a:extLst xmlns:a="http://schemas.openxmlformats.org/drawingml/2006/main">
              <a:ext uri="{FF2B5EF4-FFF2-40B4-BE49-F238E27FC236}">
                <a16:creationId xmlns:a16="http://schemas.microsoft.com/office/drawing/2014/main" id="{C59E8109-A200-4AE8-8770-C3FBE76E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09320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Lợi ích kỳ vọng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73648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A06346-5137-4D47-A240-D39CD14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2A8889-2C30-49B6-9610-AC30D061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9292E-A9B6-4918-8434-F12716A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C52680-8138-45B7-B263-FF318D0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6565F9-5FA2-4091-A937-5557EEC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0E7FBB-6450-4A0F-88C2-A13CA71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4D11CC-0917-4227-900B-9550850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E4E66F-927D-4844-BB97-31B7709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DE8805E-32C9-4AD4-8D48-FC06FDE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837982C-F011-4F04-B509-5A37BEC4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D02BF6-7E6D-4B36-83B7-EA5967A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2DF2BC-B124-41F3-AF68-57746D3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A1A168-C5C5-4465-A3C2-37F9A43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A5D16B6-6BCD-43E7-A207-D2ED5E0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70632C-3E17-4AA1-82D8-80EC9BC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D86174-C3E8-412F-8AC9-A1C8976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D9B55FF-6E0B-48CE-829C-3D6842E7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B10FD36-2281-4AEA-B969-95D97FA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8537590-B0C4-4DF8-90EA-5C4F138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4B2FFE3-FFF8-4C3C-AAC4-30A19B4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763B200-880C-4A39-80A4-EE389C0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D5917A-8B47-46CB-A60C-C513B99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2377D1F-9AFF-4D33-A541-9012D5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645F723-77A5-42A3-A7E4-A96FAD1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BA291F3-8F94-4C8C-8DE2-4610148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B2A2A10-68D6-49CA-91B7-7D6B7C0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B25D68-0D0B-4908-8DE7-F6EDDD39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6A30706-562A-4A30-B1EA-23E05FD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008B9F-9987-4450-A9D6-FE2D792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767DC88-7F3D-489F-8C56-14D528EC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8290FA1-FB7A-4FDC-96AE-28193AE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FA52D5-9960-404B-B5CE-CA7C449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199562A-F56B-41C5-8934-7C74709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BF173E2-BAE5-4AF9-8C7E-513F38C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1E7ACCF-B07F-420F-B089-414CF0E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B602599-2BBB-47E0-B892-5089C9B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C6BA7E2-76E5-4533-BA9B-23901CE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DDBFB92-F9B0-4DA5-8433-03D3D75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32EE8A-10C9-4FF5-B655-659607D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2FCCFED-10AD-4DF6-AF3F-C80EA8B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20840D1-30FE-486F-A746-2A614EB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4AC6402-EB3A-4EA4-BDCA-C37310F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3D7E97F-8935-4C15-95BB-D75F6F5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92EE3CF-0E70-4982-9F70-ECBB6C9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1A3A89C-0A78-4B4B-9054-16BE405E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8F06E8-2ADE-41D6-B40B-7B73458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08A9A11-D1AF-48B8-B6E4-14F713F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E23003-85EB-4B58-B9CF-D45667E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5E229F3-AC8C-47EC-8A56-70175A7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3DD0423-165D-4E58-A73D-051E987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6F3AE90-2F03-4044-B607-7DDA0BF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DD5D392-426F-4646-8B5B-FB89646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83BDD18-E4A5-4BEA-A605-CE27990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C1F7A9F7-C43A-4473-97F9-620E803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AC87FBC-E03A-489C-B340-B88684E4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DFF82E77-C564-45C8-9908-12A37C9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3927519-3181-4792-B3DF-4212880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342239D-07C8-4091-934A-45CBC2B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sz="2100"/>
          </a:p>
        </p:txBody>
      </p:sp>
      <p:pic>
        <p:nvPicPr>
          <p:cNvPr id="1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69016078845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486E12E1-0AFF-4193-BBA0-8B2622C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9. SO SÁNH, BPMS &amp; KPI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3F9446FC-BF08-4BD4-BB20-0691CB0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EDCD59B-65CD-495F-9B50-7BCE8FE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C475F23-0D0A-43C5-835B-C3DC83E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□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A3382D2B-CEA1-4B39-9136-FBFE9F0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Giải pháp BPMS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FB8AFFD7-7AF3-4437-826B-FF849F2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38448A2C-CCC9-44DE-B11A-75354615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77440"/>
            <a:ext cx="340156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9D2E4E6B-CC4D-4D78-B27A-1464420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▦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D810125C-216A-4AD9-A74B-86831692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41448"/>
            <a:ext cx="2944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KPI đánh giá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CAF32AD-F1FC-4E56-8495-02E7323D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42297C5D-94C0-4E70-A85A-F9F5084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3337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8DEAEEF2-86DF-4BE7-B9AC-F2BACAF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2773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↔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637F2B96-9C21-4680-B641-BBDFDCD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41448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Lợi ích kỳ vọng</a:t>
            </a:r>
            <a:endParaRPr sz="1400"/>
          </a:p>
        </p:txBody>
      </p:sp>
      <p:sp>
        <p:nvSpPr>
          <p:cNvPr id="74" name="Shape 71">
            <a:extLst xmlns:a="http://schemas.openxmlformats.org/drawingml/2006/main">
              <a:ext uri="{FF2B5EF4-FFF2-40B4-BE49-F238E27FC236}">
                <a16:creationId xmlns:a16="http://schemas.microsoft.com/office/drawing/2014/main" id="{FD597625-2574-4819-8CF6-FF0BF87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77EC0F4D-10FA-49D9-9838-A12F343B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2708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0BA391EB-EF6F-4512-AF54-3799B92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517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  <a:endParaRPr sz="140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2C6B6C62-E850-418E-B665-70F90FB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10469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Bảng 9.1. So sánh AS-IS và TO-BE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734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235B61-9C0B-4245-937F-115B1F3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6AFC84E-CE40-40E3-9EB8-DDE7C7A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4752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E5C490-13EF-4EF1-A813-7E2F7F8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0"/>
            <a:ext cx="10058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5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7D5A1C0-2665-4164-BB52-3EAF61C3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777240" cy="14173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AFE">
              <a:alpha val="90000"/>
            </a:srgbClr>
          </a:solidFill>
          <a:ln xmlns:a="http://schemas.openxmlformats.org/drawingml/2006/main" w="12700">
            <a:solidFill>
              <a:srgbClr val="DCEAFE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75D8F1B-F3EF-4347-9FA5-481CE10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0"/>
            <a:ext cx="914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>
            <a:solidFill>
              <a:srgbClr val="D8E7FF">
                <a:alpha val="7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F8C42C-7CC6-4269-B4BD-E20F43D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26883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8E7FF"/>
                </a:solidFill>
                <a:latin typeface="Arial"/>
                <a:ea typeface="Arial"/>
                <a:cs typeface="Arial"/>
              </a:rPr>
              <a:t>UIT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DAE263-90FD-4D13-A99D-EF8B57B5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6324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A3B6F88-7BDF-488D-AE06-457DB7AC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8328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E906F86-B8B3-4B19-8CC9-83B13B61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033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63632AE-2696-42F2-BDFA-3C1CEA1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233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84A9B98-8ADF-4075-8DBF-EBA22D4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34340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7FF">
                <a:alpha val="7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D6199F4-9C9D-4BB5-8957-1A79CD0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8A3B0A8-83D6-4B8F-8338-28853CA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E8ECE8-21CB-403F-8FE4-08BD0988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DA32003-E036-4A65-80D8-7C2E3936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3581AFA-DCF7-462A-BAA1-954EF7F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20A4EFA-C090-4151-89AB-4999799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8600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AE90942-0C59-44C3-B4CF-9065DA2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7BD6DC4-C197-4509-BC6D-DD60306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DF8F6B6-2C25-4131-A60C-3B374B8F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593D41F-4EEB-44AE-96AB-C6721DF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64D36B0-EA2B-45F1-8AF5-9C1ED28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3307423-E023-49BB-82E8-545352A5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6616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D756534-15CB-48F1-854B-B46E3E51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9F63D7B-F77D-4777-8E96-42490C2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CEBF7BF-5FA3-4A80-9647-A38A2B6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E6AA18E-C871-4969-B001-395EFD0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E696710-3763-47A1-8F63-9EE66EE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2A1D5CF-FE1C-4F74-9F46-C2E4F90C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846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B6944E9-1765-4E2E-B7AC-859F81A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7C40715-EE92-4479-8A25-40977743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D7E20F-EC7F-4DCD-A53E-6639C5E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F2C530E-1F29-4D9E-9572-BE46DD9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519CF40-15F6-458E-ACA0-8DC7461E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AC9CAB2-7CFA-4DC9-88F5-F219454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12648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6F9"/>
          </a:solidFill>
          <a:ln xmlns:a="http://schemas.openxmlformats.org/drawingml/2006/main" w="12700">
            <a:solidFill>
              <a:srgbClr val="A7C6F9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DFD3D42-BCCB-46EA-9635-0CB43692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89C10E3-A4FA-4C25-915B-A91CA17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234C2052-6021-4A50-86EB-23432C8A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32882A3-08E9-4232-AA4B-6FE9383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5BD5CA4-FD51-47DD-AED4-E03D467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7947B1C-C94B-44D6-98EF-4C98B78C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56539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3507D2F-9021-46B0-8069-47FC03C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0C77F1A-501A-4D15-8314-73EDBAE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A6AC532-B586-457A-AD05-78DA918D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1DC1749-5EA3-428B-834A-D9D13D31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8738FE5-2F5B-4CFB-AC1E-411A398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5834994-6128-4FD2-85CE-981A5F1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65683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A545B06-CA2A-41D8-A1E8-963327A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F24274F4-EA48-46FB-B6BD-F3AB004D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A5A66A0-1B88-44B7-9C8E-19B2731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FF29920-33CB-4457-9C79-B4DE290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9E6DFAC-233C-4D35-AA09-8C95A1A8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4200CA78-1C6A-438F-B4F2-5A358A8F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748272"/>
            <a:ext cx="32004" cy="32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4F7">
              <a:alpha val="80000"/>
            </a:srgbClr>
          </a:solidFill>
          <a:ln xmlns:a="http://schemas.openxmlformats.org/drawingml/2006/main" w="12700">
            <a:solidFill>
              <a:srgbClr val="8CB4F7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C849E05-5705-439A-A62D-80D058C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508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8D"/>
          </a:solidFill>
          <a:ln xmlns:a="http://schemas.openxmlformats.org/drawingml/2006/main" w="12700">
            <a:solidFill>
              <a:srgbClr val="062B8D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64A990C-28BB-4A23-B053-FAD1CA5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91072"/>
            <a:ext cx="2240280" cy="566928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6AE2">
              <a:alpha val="80000"/>
            </a:srgbClr>
          </a:solidFill>
          <a:ln xmlns:a="http://schemas.openxmlformats.org/drawingml/2006/main" w="12700">
            <a:solidFill>
              <a:srgbClr val="126AE2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2810DC6-3BEB-467C-920A-AB19373D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44768"/>
            <a:ext cx="1783080" cy="71323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A4FC5">
              <a:alpha val="90000"/>
            </a:srgbClr>
          </a:solidFill>
          <a:ln xmlns:a="http://schemas.openxmlformats.org/drawingml/2006/main" w="12700">
            <a:solidFill>
              <a:srgbClr val="0A4FC5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42347287-630B-4707-A9B5-9CAFF04B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6053328"/>
            <a:ext cx="1536192" cy="80467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DE8EEF05-375F-4F02-B343-0161328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29107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  <a:endParaRPr sz="2100"/>
          </a:p>
        </p:txBody>
      </p:sp>
      <p:pic>
        <p:nvPicPr>
          <p:cNvPr id="1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8bd2ac821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01752"/>
            <a:ext cx="2331720" cy="859536"/>
          </a:xfrm>
          <a:prstGeom xmlns:a="http://schemas.openxmlformats.org/drawingml/2006/main" prst="rect">
            <a:avLst/>
          </a:prstGeom>
        </p:spPr>
      </p:pic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7E65E121-26A4-4961-8BF8-45843058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2B8D"/>
                </a:solidFill>
                <a:latin typeface="Arial"/>
                <a:ea typeface="Arial"/>
                <a:cs typeface="Arial"/>
              </a:rPr>
              <a:t>10. KẾT LUẬN &amp; HỎI ĐÁP</a:t>
            </a:r>
            <a:endParaRPr sz="300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DF2C330C-DF7A-479F-BEA7-C0BC88E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242316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D1EEA43C-B4D4-42AB-A49D-B2CD8DC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24231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15E6033D-15E6-43C6-AAAA-DAECD22B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065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◎</a:t>
            </a:r>
            <a:endParaRPr sz="14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9BEE65DC-F48A-4D61-BFDF-8A7BC641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Vấn đề ban đầu</a:t>
            </a:r>
            <a:endParaRPr sz="1400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2ED75B06-5434-4847-92FF-F12BCCB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880360"/>
            <a:ext cx="242316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DB3BD1A3-2B8B-40E5-AF4F-4F00C21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880360"/>
            <a:ext cx="24231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0B7BB9A5-0D8F-420E-B6EA-226134C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3065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  <a:endParaRPr sz="14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85D276EA-FB4D-49AD-B6BF-7550F7F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944368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Cải tiến đề xuất</a:t>
            </a:r>
            <a:endParaRPr sz="140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168143F9-67C6-4971-994B-3555B80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880360"/>
            <a:ext cx="242316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DA9F5"/>
            </a:solidFill>
            <a:prstDash val="solid"/>
          </a:ln>
        </p:spPr>
      </p:sp>
      <p:sp>
        <p:nvSpPr>
          <p:cNvPr id="71" name="Shape 68">
            <a:extLst xmlns:a="http://schemas.openxmlformats.org/drawingml/2006/main">
              <a:ext uri="{FF2B5EF4-FFF2-40B4-BE49-F238E27FC236}">
                <a16:creationId xmlns:a16="http://schemas.microsoft.com/office/drawing/2014/main" id="{8A6442B7-B6D1-4AF4-8755-8399C9E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880360"/>
            <a:ext cx="24231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B14A787D-10B2-4CA9-972E-5C3539B2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30652"/>
            <a:ext cx="23774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↗</a:t>
            </a:r>
            <a:endParaRPr sz="140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67C8BFC6-2743-47FB-80B7-3F88684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44368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6857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Lợi ích kỳ vọng</a:t>
            </a:r>
            <a:endParaRPr sz="1400"/>
          </a:p>
        </p:txBody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A9E57892-83EF-4933-9AF6-6EBC9F3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0" b="1">
                <a:solidFill>
                  <a:srgbClr val="063EAE"/>
                </a:solidFill>
                <a:latin typeface="Arial"/>
                <a:ea typeface="Arial"/>
                <a:cs typeface="Arial"/>
              </a:rPr>
              <a:t>Q&amp;A</a:t>
            </a:r>
            <a:endParaRPr sz="5000"/>
          </a:p>
        </p:txBody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9CD112F0-7F4E-49A9-AA30-925F846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171450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63EAE"/>
          </a:solidFill>
          <a:ln xmlns:a="http://schemas.openxmlformats.org/drawingml/2006/main" w="12700">
            <a:solidFill>
              <a:srgbClr val="063EAE">
                <a:alpha val="0"/>
              </a:srgbClr>
            </a:solidFill>
            <a:prstDash val="solid"/>
          </a:ln>
        </p:spPr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DA11CA71-8CDB-4A4E-BF41-CE20E4B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8596"/>
            <a:ext cx="1714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Hỏi &amp; Đáp</a:t>
            </a:r>
            <a:endParaRPr sz="1500"/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7ffe2447e4402"/>
          <a:stretch xmlns:a="http://schemas.openxmlformats.org/drawingml/2006/main"/>
        </p:blipFill>
        <p:spPr>
          <a:xfrm xmlns:a="http://schemas.openxmlformats.org/drawingml/2006/main">
            <a:off x="8929688" y="2095500"/>
            <a:ext cx="1476375" cy="1476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528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2026-08-16T03:47:38.8090000Z</dcterms:created>
  <dcterms:modified xsi:type="dcterms:W3CDTF">2026-08-16T03:47:38.8090000Z</dcterms:modified>
</coreProperties>
</file>